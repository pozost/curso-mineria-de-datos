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409815b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409815b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d409815b7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d409815b7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Clase SVM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Aprendizaje supervisado (y_ categorica, y_numerica)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-"/>
            </a:pPr>
            <a:r>
              <a:rPr lang="pt-BR">
                <a:solidFill>
                  <a:srgbClr val="FF0000"/>
                </a:solidFill>
              </a:rPr>
              <a:t>Lineales (regresión lineal, logística), f.o: MSE. </a:t>
            </a:r>
            <a:r>
              <a:rPr lang="pt-BR">
                <a:solidFill>
                  <a:srgbClr val="FF0000"/>
                </a:solidFill>
              </a:rPr>
              <a:t>Modelos de caja blanca</a:t>
            </a:r>
            <a:endParaRPr>
              <a:solidFill>
                <a:srgbClr val="FF0000"/>
              </a:solidFill>
            </a:endParaRPr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Regularizados (alpha, l1_ratio’--- controlar el sub y el sobre ajuste): Ridge, Lasso, Elastic Net. </a:t>
            </a:r>
            <a:r>
              <a:rPr lang="pt-BR"/>
              <a:t> fo: MSE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-"/>
            </a:pPr>
            <a:r>
              <a:rPr lang="pt-BR">
                <a:solidFill>
                  <a:srgbClr val="FF0000"/>
                </a:solidFill>
              </a:rPr>
              <a:t>SVM</a:t>
            </a:r>
            <a:r>
              <a:rPr b="1" lang="pt-BR">
                <a:solidFill>
                  <a:srgbClr val="FF0000"/>
                </a:solidFill>
              </a:rPr>
              <a:t> </a:t>
            </a:r>
            <a:r>
              <a:rPr b="1" lang="pt-BR">
                <a:solidFill>
                  <a:srgbClr val="FF0000"/>
                </a:solidFill>
              </a:rPr>
              <a:t>(C)</a:t>
            </a:r>
            <a:r>
              <a:rPr lang="pt-BR">
                <a:solidFill>
                  <a:srgbClr val="FF0000"/>
                </a:solidFill>
              </a:rPr>
              <a:t>: muy suceptible a la estandarización!. f.o: Hinde (como si fuera un abs(MSE)).</a:t>
            </a:r>
            <a:endParaRPr>
              <a:solidFill>
                <a:srgbClr val="FF0000"/>
              </a:solidFill>
            </a:endParaRPr>
          </a:p>
          <a:p>
            <a:pPr indent="-28416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elegir : kernel (poly, rgb)</a:t>
            </a:r>
            <a:endParaRPr/>
          </a:p>
          <a:p>
            <a:pPr indent="-284162" lvl="2" marL="1371600" rtl="0" algn="l">
              <a:spcBef>
                <a:spcPts val="0"/>
              </a:spcBef>
              <a:spcAft>
                <a:spcPts val="0"/>
              </a:spcAft>
              <a:buSzPct val="133333"/>
              <a:buChar char="-"/>
            </a:pPr>
            <a:r>
              <a:rPr lang="pt-BR"/>
              <a:t>poly: degree, </a:t>
            </a:r>
            <a:r>
              <a:rPr lang="pt-BR"/>
              <a:t>coef0</a:t>
            </a:r>
            <a:endParaRPr sz="105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70271" lvl="2" marL="1371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-"/>
            </a:pPr>
            <a:r>
              <a:rPr lang="pt-BR" sz="105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rbf</a:t>
            </a:r>
            <a:r>
              <a:rPr lang="pt-BR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: gamma</a:t>
            </a:r>
            <a:endParaRPr sz="105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70271" lvl="2" marL="1371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-"/>
            </a:pPr>
            <a:r>
              <a:rPr lang="pt-BR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Para la regresión se adiciona un hiperparámetro:epsilon!</a:t>
            </a:r>
            <a:endParaRPr sz="105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-"/>
            </a:pPr>
            <a:r>
              <a:rPr lang="pt-BR">
                <a:solidFill>
                  <a:srgbClr val="FF0000"/>
                </a:solidFill>
              </a:rPr>
              <a:t>Árboles de Decisión — Modelos de caja blanca: modelo transparente al entendimiento humano.</a:t>
            </a:r>
            <a:endParaRPr>
              <a:solidFill>
                <a:srgbClr val="FF0000"/>
              </a:solidFill>
            </a:endParaRPr>
          </a:p>
          <a:p>
            <a:pPr indent="-284162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pt-BR">
                <a:solidFill>
                  <a:schemeClr val="dk1"/>
                </a:solidFill>
              </a:rPr>
              <a:t>max_deph: entre mas profundos , mas sobreajustados</a:t>
            </a:r>
            <a:endParaRPr>
              <a:solidFill>
                <a:schemeClr val="dk1"/>
              </a:solidFill>
            </a:endParaRPr>
          </a:p>
          <a:p>
            <a:pPr indent="-284162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pt-BR">
                <a:solidFill>
                  <a:schemeClr val="dk1"/>
                </a:solidFill>
              </a:rPr>
              <a:t>min_sample_leaf: entre menor el numero de muestras por hoja, mas sobreajustado.</a:t>
            </a:r>
            <a:endParaRPr>
              <a:solidFill>
                <a:schemeClr val="dk1"/>
              </a:solidFill>
            </a:endParaRPr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Ensambles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Aprendizaje no supervisado (no tenemos y… un monte de X, variables y queremos descubrir patrones: agrupamiento, búsqueda de anomalías, reducción de dimensiones)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En ambos casos: preprocesar !!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Tenemos que hacer una búsqueda de hiper-parámetros: GridSearch, Stochastic GridSearch, Optuna!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Problema de datos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EDA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preprocesar siempre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ajustar muchos modelos: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pt-BR"/>
              <a:t>Lineales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pt-BR"/>
              <a:t>Regularizados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pt-BR"/>
              <a:t>SVM - Tengo muchos hiperparámetros que buscar.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pt-BR"/>
              <a:t>Árboles de Decisión (max_deph)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