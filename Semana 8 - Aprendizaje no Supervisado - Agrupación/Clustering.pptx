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96" r:id="rId5"/>
    <p:sldId id="259" r:id="rId6"/>
    <p:sldId id="260" r:id="rId7"/>
    <p:sldId id="261" r:id="rId8"/>
    <p:sldId id="297" r:id="rId9"/>
    <p:sldId id="262" r:id="rId10"/>
    <p:sldId id="298" r:id="rId11"/>
    <p:sldId id="263" r:id="rId12"/>
    <p:sldId id="299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300" r:id="rId22"/>
    <p:sldId id="272" r:id="rId23"/>
    <p:sldId id="273" r:id="rId24"/>
    <p:sldId id="301" r:id="rId25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5E68C2-9BD0-4E2B-972B-F43E63D07302}" v="35" dt="2022-04-18T14:52:30.3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46" d="100"/>
          <a:sy n="46" d="100"/>
        </p:scale>
        <p:origin x="58" y="6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jandra Tabares Pozos" userId="295e7c55-c314-4e5b-83df-3d894b12fdba" providerId="ADAL" clId="{105E68C2-9BD0-4E2B-972B-F43E63D07302}"/>
    <pc:docChg chg="undo custSel addSld delSld modSld sldOrd">
      <pc:chgData name="Alejandra Tabares Pozos" userId="295e7c55-c314-4e5b-83df-3d894b12fdba" providerId="ADAL" clId="{105E68C2-9BD0-4E2B-972B-F43E63D07302}" dt="2022-04-18T14:58:59.058" v="768" actId="2696"/>
      <pc:docMkLst>
        <pc:docMk/>
      </pc:docMkLst>
      <pc:sldChg chg="addSp delSp modSp mod">
        <pc:chgData name="Alejandra Tabares Pozos" userId="295e7c55-c314-4e5b-83df-3d894b12fdba" providerId="ADAL" clId="{105E68C2-9BD0-4E2B-972B-F43E63D07302}" dt="2022-04-18T14:04:22.502" v="13" actId="12"/>
        <pc:sldMkLst>
          <pc:docMk/>
          <pc:sldMk cId="2205658028" sldId="257"/>
        </pc:sldMkLst>
        <pc:spChg chg="del mod">
          <ac:chgData name="Alejandra Tabares Pozos" userId="295e7c55-c314-4e5b-83df-3d894b12fdba" providerId="ADAL" clId="{105E68C2-9BD0-4E2B-972B-F43E63D07302}" dt="2022-04-18T14:00:40.191" v="4"/>
          <ac:spMkLst>
            <pc:docMk/>
            <pc:sldMk cId="2205658028" sldId="257"/>
            <ac:spMk id="3" creationId="{115484FB-A084-43D4-A97C-02A8D706B9E6}"/>
          </ac:spMkLst>
        </pc:spChg>
        <pc:spChg chg="add mod">
          <ac:chgData name="Alejandra Tabares Pozos" userId="295e7c55-c314-4e5b-83df-3d894b12fdba" providerId="ADAL" clId="{105E68C2-9BD0-4E2B-972B-F43E63D07302}" dt="2022-04-18T14:04:22.502" v="13" actId="12"/>
          <ac:spMkLst>
            <pc:docMk/>
            <pc:sldMk cId="2205658028" sldId="257"/>
            <ac:spMk id="8" creationId="{643D609C-F477-4B46-865A-118E8545E71F}"/>
          </ac:spMkLst>
        </pc:spChg>
        <pc:picChg chg="add mod">
          <ac:chgData name="Alejandra Tabares Pozos" userId="295e7c55-c314-4e5b-83df-3d894b12fdba" providerId="ADAL" clId="{105E68C2-9BD0-4E2B-972B-F43E63D07302}" dt="2022-04-18T14:00:43.118" v="5" actId="1076"/>
          <ac:picMkLst>
            <pc:docMk/>
            <pc:sldMk cId="2205658028" sldId="257"/>
            <ac:picMk id="4" creationId="{9F0543E3-E698-40D5-BA25-894FDAC13EF3}"/>
          </ac:picMkLst>
        </pc:picChg>
        <pc:picChg chg="mod modCrop">
          <ac:chgData name="Alejandra Tabares Pozos" userId="295e7c55-c314-4e5b-83df-3d894b12fdba" providerId="ADAL" clId="{105E68C2-9BD0-4E2B-972B-F43E63D07302}" dt="2022-04-18T13:59:17.229" v="2" actId="1076"/>
          <ac:picMkLst>
            <pc:docMk/>
            <pc:sldMk cId="2205658028" sldId="257"/>
            <ac:picMk id="5" creationId="{EC9785B9-5C90-4CB8-A780-A3919643B138}"/>
          </ac:picMkLst>
        </pc:picChg>
        <pc:picChg chg="add mod">
          <ac:chgData name="Alejandra Tabares Pozos" userId="295e7c55-c314-4e5b-83df-3d894b12fdba" providerId="ADAL" clId="{105E68C2-9BD0-4E2B-972B-F43E63D07302}" dt="2022-04-18T14:01:03.858" v="7" actId="1076"/>
          <ac:picMkLst>
            <pc:docMk/>
            <pc:sldMk cId="2205658028" sldId="257"/>
            <ac:picMk id="6" creationId="{D0AB4D2E-5F5F-4A3C-B4E0-9BF7605B1A16}"/>
          </ac:picMkLst>
        </pc:picChg>
      </pc:sldChg>
      <pc:sldChg chg="modSp mod">
        <pc:chgData name="Alejandra Tabares Pozos" userId="295e7c55-c314-4e5b-83df-3d894b12fdba" providerId="ADAL" clId="{105E68C2-9BD0-4E2B-972B-F43E63D07302}" dt="2022-04-18T14:04:35.945" v="14" actId="313"/>
        <pc:sldMkLst>
          <pc:docMk/>
          <pc:sldMk cId="3201518211" sldId="258"/>
        </pc:sldMkLst>
        <pc:spChg chg="mod">
          <ac:chgData name="Alejandra Tabares Pozos" userId="295e7c55-c314-4e5b-83df-3d894b12fdba" providerId="ADAL" clId="{105E68C2-9BD0-4E2B-972B-F43E63D07302}" dt="2022-04-18T14:04:35.945" v="14" actId="313"/>
          <ac:spMkLst>
            <pc:docMk/>
            <pc:sldMk cId="3201518211" sldId="258"/>
            <ac:spMk id="2" creationId="{8617EEEA-7861-4024-B56B-36F9D0E3DE06}"/>
          </ac:spMkLst>
        </pc:spChg>
      </pc:sldChg>
      <pc:sldChg chg="addSp modSp mod">
        <pc:chgData name="Alejandra Tabares Pozos" userId="295e7c55-c314-4e5b-83df-3d894b12fdba" providerId="ADAL" clId="{105E68C2-9BD0-4E2B-972B-F43E63D07302}" dt="2022-04-18T14:07:53.443" v="92" actId="1076"/>
        <pc:sldMkLst>
          <pc:docMk/>
          <pc:sldMk cId="1987809804" sldId="259"/>
        </pc:sldMkLst>
        <pc:spChg chg="mod">
          <ac:chgData name="Alejandra Tabares Pozos" userId="295e7c55-c314-4e5b-83df-3d894b12fdba" providerId="ADAL" clId="{105E68C2-9BD0-4E2B-972B-F43E63D07302}" dt="2022-04-18T14:07:23.732" v="82" actId="122"/>
          <ac:spMkLst>
            <pc:docMk/>
            <pc:sldMk cId="1987809804" sldId="259"/>
            <ac:spMk id="2" creationId="{0B847C0D-0841-4BEB-8A52-EA7A94225E20}"/>
          </ac:spMkLst>
        </pc:spChg>
        <pc:spChg chg="add mod">
          <ac:chgData name="Alejandra Tabares Pozos" userId="295e7c55-c314-4e5b-83df-3d894b12fdba" providerId="ADAL" clId="{105E68C2-9BD0-4E2B-972B-F43E63D07302}" dt="2022-04-18T14:07:53.443" v="92" actId="1076"/>
          <ac:spMkLst>
            <pc:docMk/>
            <pc:sldMk cId="1987809804" sldId="259"/>
            <ac:spMk id="5" creationId="{80681F93-D3D4-49F3-B152-A5B31A539F54}"/>
          </ac:spMkLst>
        </pc:spChg>
        <pc:picChg chg="mod ord">
          <ac:chgData name="Alejandra Tabares Pozos" userId="295e7c55-c314-4e5b-83df-3d894b12fdba" providerId="ADAL" clId="{105E68C2-9BD0-4E2B-972B-F43E63D07302}" dt="2022-04-18T14:07:48.885" v="91" actId="1076"/>
          <ac:picMkLst>
            <pc:docMk/>
            <pc:sldMk cId="1987809804" sldId="259"/>
            <ac:picMk id="4" creationId="{B1BAD984-A1B4-47B1-B99E-2202206C8876}"/>
          </ac:picMkLst>
        </pc:picChg>
      </pc:sldChg>
      <pc:sldChg chg="addSp modSp mod">
        <pc:chgData name="Alejandra Tabares Pozos" userId="295e7c55-c314-4e5b-83df-3d894b12fdba" providerId="ADAL" clId="{105E68C2-9BD0-4E2B-972B-F43E63D07302}" dt="2022-04-18T14:08:53.566" v="105" actId="1076"/>
        <pc:sldMkLst>
          <pc:docMk/>
          <pc:sldMk cId="3469707115" sldId="260"/>
        </pc:sldMkLst>
        <pc:spChg chg="mod">
          <ac:chgData name="Alejandra Tabares Pozos" userId="295e7c55-c314-4e5b-83df-3d894b12fdba" providerId="ADAL" clId="{105E68C2-9BD0-4E2B-972B-F43E63D07302}" dt="2022-04-18T14:08:09.640" v="95" actId="122"/>
          <ac:spMkLst>
            <pc:docMk/>
            <pc:sldMk cId="3469707115" sldId="260"/>
            <ac:spMk id="2" creationId="{EC57748D-3785-4028-841D-E01E042D0106}"/>
          </ac:spMkLst>
        </pc:spChg>
        <pc:spChg chg="add mod">
          <ac:chgData name="Alejandra Tabares Pozos" userId="295e7c55-c314-4e5b-83df-3d894b12fdba" providerId="ADAL" clId="{105E68C2-9BD0-4E2B-972B-F43E63D07302}" dt="2022-04-18T14:08:52.078" v="104" actId="1076"/>
          <ac:spMkLst>
            <pc:docMk/>
            <pc:sldMk cId="3469707115" sldId="260"/>
            <ac:spMk id="5" creationId="{9FB6F4D6-92B3-4E87-BA93-3005B55B11AB}"/>
          </ac:spMkLst>
        </pc:spChg>
        <pc:picChg chg="mod ord">
          <ac:chgData name="Alejandra Tabares Pozos" userId="295e7c55-c314-4e5b-83df-3d894b12fdba" providerId="ADAL" clId="{105E68C2-9BD0-4E2B-972B-F43E63D07302}" dt="2022-04-18T14:08:53.566" v="105" actId="1076"/>
          <ac:picMkLst>
            <pc:docMk/>
            <pc:sldMk cId="3469707115" sldId="260"/>
            <ac:picMk id="4" creationId="{FD7D5DB7-AF41-449B-B95F-975177763E22}"/>
          </ac:picMkLst>
        </pc:picChg>
      </pc:sldChg>
      <pc:sldChg chg="addSp modSp mod">
        <pc:chgData name="Alejandra Tabares Pozos" userId="295e7c55-c314-4e5b-83df-3d894b12fdba" providerId="ADAL" clId="{105E68C2-9BD0-4E2B-972B-F43E63D07302}" dt="2022-04-18T14:09:52.110" v="113" actId="1076"/>
        <pc:sldMkLst>
          <pc:docMk/>
          <pc:sldMk cId="1305316273" sldId="261"/>
        </pc:sldMkLst>
        <pc:spChg chg="mod">
          <ac:chgData name="Alejandra Tabares Pozos" userId="295e7c55-c314-4e5b-83df-3d894b12fdba" providerId="ADAL" clId="{105E68C2-9BD0-4E2B-972B-F43E63D07302}" dt="2022-04-18T14:09:08.908" v="108" actId="122"/>
          <ac:spMkLst>
            <pc:docMk/>
            <pc:sldMk cId="1305316273" sldId="261"/>
            <ac:spMk id="2" creationId="{19B520F2-2BBF-4CF6-A96B-1D11FAD43456}"/>
          </ac:spMkLst>
        </pc:spChg>
        <pc:spChg chg="add mod">
          <ac:chgData name="Alejandra Tabares Pozos" userId="295e7c55-c314-4e5b-83df-3d894b12fdba" providerId="ADAL" clId="{105E68C2-9BD0-4E2B-972B-F43E63D07302}" dt="2022-04-18T14:09:52.110" v="113" actId="1076"/>
          <ac:spMkLst>
            <pc:docMk/>
            <pc:sldMk cId="1305316273" sldId="261"/>
            <ac:spMk id="5" creationId="{2C80B85B-D67C-4B33-A5F9-5DE072204362}"/>
          </ac:spMkLst>
        </pc:spChg>
        <pc:picChg chg="mod">
          <ac:chgData name="Alejandra Tabares Pozos" userId="295e7c55-c314-4e5b-83df-3d894b12fdba" providerId="ADAL" clId="{105E68C2-9BD0-4E2B-972B-F43E63D07302}" dt="2022-04-18T14:09:12.746" v="109" actId="1076"/>
          <ac:picMkLst>
            <pc:docMk/>
            <pc:sldMk cId="1305316273" sldId="261"/>
            <ac:picMk id="4" creationId="{C4FFCFBE-4BAC-4E80-A284-5226E1A5A9A6}"/>
          </ac:picMkLst>
        </pc:picChg>
      </pc:sldChg>
      <pc:sldChg chg="addSp modSp mod">
        <pc:chgData name="Alejandra Tabares Pozos" userId="295e7c55-c314-4e5b-83df-3d894b12fdba" providerId="ADAL" clId="{105E68C2-9BD0-4E2B-972B-F43E63D07302}" dt="2022-04-18T14:13:27.337" v="172"/>
        <pc:sldMkLst>
          <pc:docMk/>
          <pc:sldMk cId="672651783" sldId="262"/>
        </pc:sldMkLst>
        <pc:spChg chg="mod">
          <ac:chgData name="Alejandra Tabares Pozos" userId="295e7c55-c314-4e5b-83df-3d894b12fdba" providerId="ADAL" clId="{105E68C2-9BD0-4E2B-972B-F43E63D07302}" dt="2022-04-18T14:12:58.114" v="164" actId="122"/>
          <ac:spMkLst>
            <pc:docMk/>
            <pc:sldMk cId="672651783" sldId="262"/>
            <ac:spMk id="2" creationId="{79BC8BE7-731C-4FB0-8B12-19AAEF35C879}"/>
          </ac:spMkLst>
        </pc:spChg>
        <pc:spChg chg="add mod">
          <ac:chgData name="Alejandra Tabares Pozos" userId="295e7c55-c314-4e5b-83df-3d894b12fdba" providerId="ADAL" clId="{105E68C2-9BD0-4E2B-972B-F43E63D07302}" dt="2022-04-18T14:13:27.337" v="172"/>
          <ac:spMkLst>
            <pc:docMk/>
            <pc:sldMk cId="672651783" sldId="262"/>
            <ac:spMk id="5" creationId="{1AA441CE-6113-4CB9-81BC-D83F2FFD9D28}"/>
          </ac:spMkLst>
        </pc:spChg>
        <pc:picChg chg="mod">
          <ac:chgData name="Alejandra Tabares Pozos" userId="295e7c55-c314-4e5b-83df-3d894b12fdba" providerId="ADAL" clId="{105E68C2-9BD0-4E2B-972B-F43E63D07302}" dt="2022-04-18T14:13:10.367" v="165" actId="1076"/>
          <ac:picMkLst>
            <pc:docMk/>
            <pc:sldMk cId="672651783" sldId="262"/>
            <ac:picMk id="4" creationId="{9CB115EA-FC39-4C66-A948-CB63718B69A3}"/>
          </ac:picMkLst>
        </pc:picChg>
      </pc:sldChg>
      <pc:sldChg chg="addSp delSp modSp mod">
        <pc:chgData name="Alejandra Tabares Pozos" userId="295e7c55-c314-4e5b-83df-3d894b12fdba" providerId="ADAL" clId="{105E68C2-9BD0-4E2B-972B-F43E63D07302}" dt="2022-04-18T14:18:57.904" v="234" actId="1076"/>
        <pc:sldMkLst>
          <pc:docMk/>
          <pc:sldMk cId="1635481864" sldId="263"/>
        </pc:sldMkLst>
        <pc:spChg chg="mod">
          <ac:chgData name="Alejandra Tabares Pozos" userId="295e7c55-c314-4e5b-83df-3d894b12fdba" providerId="ADAL" clId="{105E68C2-9BD0-4E2B-972B-F43E63D07302}" dt="2022-04-18T14:16:56.220" v="215" actId="122"/>
          <ac:spMkLst>
            <pc:docMk/>
            <pc:sldMk cId="1635481864" sldId="263"/>
            <ac:spMk id="2" creationId="{2AE27CD0-33E3-48C9-9B23-07B3B782DF18}"/>
          </ac:spMkLst>
        </pc:spChg>
        <pc:spChg chg="add mod">
          <ac:chgData name="Alejandra Tabares Pozos" userId="295e7c55-c314-4e5b-83df-3d894b12fdba" providerId="ADAL" clId="{105E68C2-9BD0-4E2B-972B-F43E63D07302}" dt="2022-04-18T14:18:57.904" v="234" actId="1076"/>
          <ac:spMkLst>
            <pc:docMk/>
            <pc:sldMk cId="1635481864" sldId="263"/>
            <ac:spMk id="7" creationId="{92F3B107-ADC6-4971-99F5-6CABEF47CB1B}"/>
          </ac:spMkLst>
        </pc:spChg>
        <pc:picChg chg="add del mod">
          <ac:chgData name="Alejandra Tabares Pozos" userId="295e7c55-c314-4e5b-83df-3d894b12fdba" providerId="ADAL" clId="{105E68C2-9BD0-4E2B-972B-F43E63D07302}" dt="2022-04-18T14:17:44.258" v="220" actId="478"/>
          <ac:picMkLst>
            <pc:docMk/>
            <pc:sldMk cId="1635481864" sldId="263"/>
            <ac:picMk id="3" creationId="{C84C0BFD-BDA6-460F-945E-3BD6F5D1FF2C}"/>
          </ac:picMkLst>
        </pc:picChg>
        <pc:picChg chg="mod modCrop">
          <ac:chgData name="Alejandra Tabares Pozos" userId="295e7c55-c314-4e5b-83df-3d894b12fdba" providerId="ADAL" clId="{105E68C2-9BD0-4E2B-972B-F43E63D07302}" dt="2022-04-18T14:18:55.418" v="233" actId="1076"/>
          <ac:picMkLst>
            <pc:docMk/>
            <pc:sldMk cId="1635481864" sldId="263"/>
            <ac:picMk id="4" creationId="{21D3B2E3-17C9-4DCC-92C2-DC1B11F702D4}"/>
          </ac:picMkLst>
        </pc:picChg>
        <pc:picChg chg="add mod">
          <ac:chgData name="Alejandra Tabares Pozos" userId="295e7c55-c314-4e5b-83df-3d894b12fdba" providerId="ADAL" clId="{105E68C2-9BD0-4E2B-972B-F43E63D07302}" dt="2022-04-18T14:17:47.023" v="222" actId="1076"/>
          <ac:picMkLst>
            <pc:docMk/>
            <pc:sldMk cId="1635481864" sldId="263"/>
            <ac:picMk id="5" creationId="{0537EAC5-0955-47CD-B828-40C36BDAB881}"/>
          </ac:picMkLst>
        </pc:picChg>
      </pc:sldChg>
      <pc:sldChg chg="modSp mod">
        <pc:chgData name="Alejandra Tabares Pozos" userId="295e7c55-c314-4e5b-83df-3d894b12fdba" providerId="ADAL" clId="{105E68C2-9BD0-4E2B-972B-F43E63D07302}" dt="2022-04-18T14:26:32.054" v="281"/>
        <pc:sldMkLst>
          <pc:docMk/>
          <pc:sldMk cId="3600330479" sldId="264"/>
        </pc:sldMkLst>
        <pc:spChg chg="mod">
          <ac:chgData name="Alejandra Tabares Pozos" userId="295e7c55-c314-4e5b-83df-3d894b12fdba" providerId="ADAL" clId="{105E68C2-9BD0-4E2B-972B-F43E63D07302}" dt="2022-04-18T14:25:55.876" v="277" actId="122"/>
          <ac:spMkLst>
            <pc:docMk/>
            <pc:sldMk cId="3600330479" sldId="264"/>
            <ac:spMk id="2" creationId="{6F3FA63E-EFD1-4603-8D9C-55BEE714FBEA}"/>
          </ac:spMkLst>
        </pc:spChg>
        <pc:spChg chg="mod">
          <ac:chgData name="Alejandra Tabares Pozos" userId="295e7c55-c314-4e5b-83df-3d894b12fdba" providerId="ADAL" clId="{105E68C2-9BD0-4E2B-972B-F43E63D07302}" dt="2022-04-18T14:26:32.054" v="281"/>
          <ac:spMkLst>
            <pc:docMk/>
            <pc:sldMk cId="3600330479" sldId="264"/>
            <ac:spMk id="3" creationId="{EC08C3E7-37BB-4235-88B1-9F601173CC05}"/>
          </ac:spMkLst>
        </pc:spChg>
        <pc:picChg chg="mod modCrop">
          <ac:chgData name="Alejandra Tabares Pozos" userId="295e7c55-c314-4e5b-83df-3d894b12fdba" providerId="ADAL" clId="{105E68C2-9BD0-4E2B-972B-F43E63D07302}" dt="2022-04-18T14:26:08.364" v="279" actId="1076"/>
          <ac:picMkLst>
            <pc:docMk/>
            <pc:sldMk cId="3600330479" sldId="264"/>
            <ac:picMk id="4" creationId="{3F7FEBC3-356E-47B9-AF5A-339A44318585}"/>
          </ac:picMkLst>
        </pc:picChg>
      </pc:sldChg>
      <pc:sldChg chg="addSp modSp mod">
        <pc:chgData name="Alejandra Tabares Pozos" userId="295e7c55-c314-4e5b-83df-3d894b12fdba" providerId="ADAL" clId="{105E68C2-9BD0-4E2B-972B-F43E63D07302}" dt="2022-04-18T14:28:05.591" v="286" actId="14100"/>
        <pc:sldMkLst>
          <pc:docMk/>
          <pc:sldMk cId="1222533164" sldId="265"/>
        </pc:sldMkLst>
        <pc:spChg chg="mod">
          <ac:chgData name="Alejandra Tabares Pozos" userId="295e7c55-c314-4e5b-83df-3d894b12fdba" providerId="ADAL" clId="{105E68C2-9BD0-4E2B-972B-F43E63D07302}" dt="2022-04-18T14:28:05.591" v="286" actId="14100"/>
          <ac:spMkLst>
            <pc:docMk/>
            <pc:sldMk cId="1222533164" sldId="265"/>
            <ac:spMk id="2" creationId="{15775CE3-47B1-49C5-8EC2-BBD720D6A5BE}"/>
          </ac:spMkLst>
        </pc:spChg>
        <pc:spChg chg="add mod">
          <ac:chgData name="Alejandra Tabares Pozos" userId="295e7c55-c314-4e5b-83df-3d894b12fdba" providerId="ADAL" clId="{105E68C2-9BD0-4E2B-972B-F43E63D07302}" dt="2022-04-18T14:27:02.027" v="285" actId="1076"/>
          <ac:spMkLst>
            <pc:docMk/>
            <pc:sldMk cId="1222533164" sldId="265"/>
            <ac:spMk id="5" creationId="{179B950C-6614-4D34-8B22-79293F5213CC}"/>
          </ac:spMkLst>
        </pc:spChg>
        <pc:picChg chg="mod">
          <ac:chgData name="Alejandra Tabares Pozos" userId="295e7c55-c314-4e5b-83df-3d894b12fdba" providerId="ADAL" clId="{105E68C2-9BD0-4E2B-972B-F43E63D07302}" dt="2022-04-18T14:26:57.975" v="282" actId="1076"/>
          <ac:picMkLst>
            <pc:docMk/>
            <pc:sldMk cId="1222533164" sldId="265"/>
            <ac:picMk id="4" creationId="{F1E2D8C9-26C7-4DE7-A1DE-D956A92C74D0}"/>
          </ac:picMkLst>
        </pc:picChg>
      </pc:sldChg>
      <pc:sldChg chg="modSp mod">
        <pc:chgData name="Alejandra Tabares Pozos" userId="295e7c55-c314-4e5b-83df-3d894b12fdba" providerId="ADAL" clId="{105E68C2-9BD0-4E2B-972B-F43E63D07302}" dt="2022-04-18T14:28:34.487" v="318" actId="122"/>
        <pc:sldMkLst>
          <pc:docMk/>
          <pc:sldMk cId="3013615229" sldId="266"/>
        </pc:sldMkLst>
        <pc:spChg chg="mod">
          <ac:chgData name="Alejandra Tabares Pozos" userId="295e7c55-c314-4e5b-83df-3d894b12fdba" providerId="ADAL" clId="{105E68C2-9BD0-4E2B-972B-F43E63D07302}" dt="2022-04-18T14:28:34.487" v="318" actId="122"/>
          <ac:spMkLst>
            <pc:docMk/>
            <pc:sldMk cId="3013615229" sldId="266"/>
            <ac:spMk id="2" creationId="{130CB935-AB4B-41C8-B506-229A135D3865}"/>
          </ac:spMkLst>
        </pc:spChg>
      </pc:sldChg>
      <pc:sldChg chg="addSp modSp mod">
        <pc:chgData name="Alejandra Tabares Pozos" userId="295e7c55-c314-4e5b-83df-3d894b12fdba" providerId="ADAL" clId="{105E68C2-9BD0-4E2B-972B-F43E63D07302}" dt="2022-04-18T14:29:13.977" v="341" actId="122"/>
        <pc:sldMkLst>
          <pc:docMk/>
          <pc:sldMk cId="4155131365" sldId="267"/>
        </pc:sldMkLst>
        <pc:spChg chg="mod">
          <ac:chgData name="Alejandra Tabares Pozos" userId="295e7c55-c314-4e5b-83df-3d894b12fdba" providerId="ADAL" clId="{105E68C2-9BD0-4E2B-972B-F43E63D07302}" dt="2022-04-18T14:29:13.977" v="341" actId="122"/>
          <ac:spMkLst>
            <pc:docMk/>
            <pc:sldMk cId="4155131365" sldId="267"/>
            <ac:spMk id="2" creationId="{5BC3C1E7-CDDC-42D2-A2A3-25C829BDF516}"/>
          </ac:spMkLst>
        </pc:spChg>
        <pc:spChg chg="add mod">
          <ac:chgData name="Alejandra Tabares Pozos" userId="295e7c55-c314-4e5b-83df-3d894b12fdba" providerId="ADAL" clId="{105E68C2-9BD0-4E2B-972B-F43E63D07302}" dt="2022-04-18T14:29:07.292" v="326" actId="14100"/>
          <ac:spMkLst>
            <pc:docMk/>
            <pc:sldMk cId="4155131365" sldId="267"/>
            <ac:spMk id="5" creationId="{BF53CD93-ABA9-404D-B95F-D397D3AD66F3}"/>
          </ac:spMkLst>
        </pc:spChg>
        <pc:picChg chg="mod">
          <ac:chgData name="Alejandra Tabares Pozos" userId="295e7c55-c314-4e5b-83df-3d894b12fdba" providerId="ADAL" clId="{105E68C2-9BD0-4E2B-972B-F43E63D07302}" dt="2022-04-18T14:28:45.727" v="320" actId="1076"/>
          <ac:picMkLst>
            <pc:docMk/>
            <pc:sldMk cId="4155131365" sldId="267"/>
            <ac:picMk id="4" creationId="{50E44884-111B-45DE-8268-BF020F71390D}"/>
          </ac:picMkLst>
        </pc:picChg>
      </pc:sldChg>
      <pc:sldChg chg="modSp mod">
        <pc:chgData name="Alejandra Tabares Pozos" userId="295e7c55-c314-4e5b-83df-3d894b12fdba" providerId="ADAL" clId="{105E68C2-9BD0-4E2B-972B-F43E63D07302}" dt="2022-04-18T14:42:50.308" v="469" actId="27636"/>
        <pc:sldMkLst>
          <pc:docMk/>
          <pc:sldMk cId="8080540" sldId="268"/>
        </pc:sldMkLst>
        <pc:spChg chg="mod">
          <ac:chgData name="Alejandra Tabares Pozos" userId="295e7c55-c314-4e5b-83df-3d894b12fdba" providerId="ADAL" clId="{105E68C2-9BD0-4E2B-972B-F43E63D07302}" dt="2022-04-18T14:38:58.141" v="342" actId="122"/>
          <ac:spMkLst>
            <pc:docMk/>
            <pc:sldMk cId="8080540" sldId="268"/>
            <ac:spMk id="2" creationId="{BA57DF4D-DAB2-4AF8-8FFB-4CE19018607D}"/>
          </ac:spMkLst>
        </pc:spChg>
        <pc:spChg chg="mod">
          <ac:chgData name="Alejandra Tabares Pozos" userId="295e7c55-c314-4e5b-83df-3d894b12fdba" providerId="ADAL" clId="{105E68C2-9BD0-4E2B-972B-F43E63D07302}" dt="2022-04-18T14:42:50.308" v="469" actId="27636"/>
          <ac:spMkLst>
            <pc:docMk/>
            <pc:sldMk cId="8080540" sldId="268"/>
            <ac:spMk id="3" creationId="{86A48660-8280-474E-822D-0135DEE19584}"/>
          </ac:spMkLst>
        </pc:spChg>
      </pc:sldChg>
      <pc:sldChg chg="modSp mod">
        <pc:chgData name="Alejandra Tabares Pozos" userId="295e7c55-c314-4e5b-83df-3d894b12fdba" providerId="ADAL" clId="{105E68C2-9BD0-4E2B-972B-F43E63D07302}" dt="2022-04-18T14:44:01.321" v="619" actId="20577"/>
        <pc:sldMkLst>
          <pc:docMk/>
          <pc:sldMk cId="3919202000" sldId="269"/>
        </pc:sldMkLst>
        <pc:spChg chg="mod">
          <ac:chgData name="Alejandra Tabares Pozos" userId="295e7c55-c314-4e5b-83df-3d894b12fdba" providerId="ADAL" clId="{105E68C2-9BD0-4E2B-972B-F43E63D07302}" dt="2022-04-18T14:44:01.321" v="619" actId="20577"/>
          <ac:spMkLst>
            <pc:docMk/>
            <pc:sldMk cId="3919202000" sldId="269"/>
            <ac:spMk id="3" creationId="{EBC2FCF2-8B0A-4DEB-8778-BB3896649A5C}"/>
          </ac:spMkLst>
        </pc:spChg>
      </pc:sldChg>
      <pc:sldChg chg="addSp delSp modSp mod">
        <pc:chgData name="Alejandra Tabares Pozos" userId="295e7c55-c314-4e5b-83df-3d894b12fdba" providerId="ADAL" clId="{105E68C2-9BD0-4E2B-972B-F43E63D07302}" dt="2022-04-18T14:45:13.347" v="645" actId="1076"/>
        <pc:sldMkLst>
          <pc:docMk/>
          <pc:sldMk cId="2507516905" sldId="271"/>
        </pc:sldMkLst>
        <pc:spChg chg="mod">
          <ac:chgData name="Alejandra Tabares Pozos" userId="295e7c55-c314-4e5b-83df-3d894b12fdba" providerId="ADAL" clId="{105E68C2-9BD0-4E2B-972B-F43E63D07302}" dt="2022-04-18T14:44:17.310" v="635" actId="20577"/>
          <ac:spMkLst>
            <pc:docMk/>
            <pc:sldMk cId="2507516905" sldId="271"/>
            <ac:spMk id="2" creationId="{164521D9-DEEF-47A7-BBC3-1457771AAA94}"/>
          </ac:spMkLst>
        </pc:spChg>
        <pc:spChg chg="add del">
          <ac:chgData name="Alejandra Tabares Pozos" userId="295e7c55-c314-4e5b-83df-3d894b12fdba" providerId="ADAL" clId="{105E68C2-9BD0-4E2B-972B-F43E63D07302}" dt="2022-04-18T14:44:40.485" v="639"/>
          <ac:spMkLst>
            <pc:docMk/>
            <pc:sldMk cId="2507516905" sldId="271"/>
            <ac:spMk id="5" creationId="{8A311D8C-C4BB-47E3-9570-1BF6A502D144}"/>
          </ac:spMkLst>
        </pc:spChg>
        <pc:picChg chg="del">
          <ac:chgData name="Alejandra Tabares Pozos" userId="295e7c55-c314-4e5b-83df-3d894b12fdba" providerId="ADAL" clId="{105E68C2-9BD0-4E2B-972B-F43E63D07302}" dt="2022-04-18T14:44:59.623" v="642" actId="478"/>
          <ac:picMkLst>
            <pc:docMk/>
            <pc:sldMk cId="2507516905" sldId="271"/>
            <ac:picMk id="4" creationId="{C6DF38B9-FD6A-4D0E-81AA-7A95E1C6E565}"/>
          </ac:picMkLst>
        </pc:picChg>
        <pc:picChg chg="add mod">
          <ac:chgData name="Alejandra Tabares Pozos" userId="295e7c55-c314-4e5b-83df-3d894b12fdba" providerId="ADAL" clId="{105E68C2-9BD0-4E2B-972B-F43E63D07302}" dt="2022-04-18T14:45:02.788" v="643" actId="1076"/>
          <ac:picMkLst>
            <pc:docMk/>
            <pc:sldMk cId="2507516905" sldId="271"/>
            <ac:picMk id="6" creationId="{7306D02A-AF18-48B3-842B-FC01FBC72BA5}"/>
          </ac:picMkLst>
        </pc:picChg>
        <pc:picChg chg="add mod">
          <ac:chgData name="Alejandra Tabares Pozos" userId="295e7c55-c314-4e5b-83df-3d894b12fdba" providerId="ADAL" clId="{105E68C2-9BD0-4E2B-972B-F43E63D07302}" dt="2022-04-18T14:45:13.347" v="645" actId="1076"/>
          <ac:picMkLst>
            <pc:docMk/>
            <pc:sldMk cId="2507516905" sldId="271"/>
            <ac:picMk id="7" creationId="{F559DAFE-F195-4350-AE27-84A40F8F4489}"/>
          </ac:picMkLst>
        </pc:picChg>
      </pc:sldChg>
      <pc:sldChg chg="modSp mod ord">
        <pc:chgData name="Alejandra Tabares Pozos" userId="295e7c55-c314-4e5b-83df-3d894b12fdba" providerId="ADAL" clId="{105E68C2-9BD0-4E2B-972B-F43E63D07302}" dt="2022-04-18T14:51:37.781" v="731" actId="122"/>
        <pc:sldMkLst>
          <pc:docMk/>
          <pc:sldMk cId="191422754" sldId="272"/>
        </pc:sldMkLst>
        <pc:spChg chg="mod">
          <ac:chgData name="Alejandra Tabares Pozos" userId="295e7c55-c314-4e5b-83df-3d894b12fdba" providerId="ADAL" clId="{105E68C2-9BD0-4E2B-972B-F43E63D07302}" dt="2022-04-18T14:51:37.781" v="731" actId="122"/>
          <ac:spMkLst>
            <pc:docMk/>
            <pc:sldMk cId="191422754" sldId="272"/>
            <ac:spMk id="2" creationId="{F92100C2-E808-4C2B-8452-8769F311C94B}"/>
          </ac:spMkLst>
        </pc:spChg>
      </pc:sldChg>
      <pc:sldChg chg="modSp mod">
        <pc:chgData name="Alejandra Tabares Pozos" userId="295e7c55-c314-4e5b-83df-3d894b12fdba" providerId="ADAL" clId="{105E68C2-9BD0-4E2B-972B-F43E63D07302}" dt="2022-04-18T14:51:53.334" v="747" actId="20577"/>
        <pc:sldMkLst>
          <pc:docMk/>
          <pc:sldMk cId="3206094959" sldId="273"/>
        </pc:sldMkLst>
        <pc:spChg chg="mod">
          <ac:chgData name="Alejandra Tabares Pozos" userId="295e7c55-c314-4e5b-83df-3d894b12fdba" providerId="ADAL" clId="{105E68C2-9BD0-4E2B-972B-F43E63D07302}" dt="2022-04-18T14:51:53.334" v="747" actId="20577"/>
          <ac:spMkLst>
            <pc:docMk/>
            <pc:sldMk cId="3206094959" sldId="273"/>
            <ac:spMk id="2" creationId="{D9C651D8-10BE-49F5-A156-D54E48F84A2A}"/>
          </ac:spMkLst>
        </pc:spChg>
      </pc:sldChg>
      <pc:sldChg chg="del">
        <pc:chgData name="Alejandra Tabares Pozos" userId="295e7c55-c314-4e5b-83df-3d894b12fdba" providerId="ADAL" clId="{105E68C2-9BD0-4E2B-972B-F43E63D07302}" dt="2022-04-18T14:58:59.058" v="768" actId="2696"/>
        <pc:sldMkLst>
          <pc:docMk/>
          <pc:sldMk cId="12381423" sldId="274"/>
        </pc:sldMkLst>
      </pc:sldChg>
      <pc:sldChg chg="del">
        <pc:chgData name="Alejandra Tabares Pozos" userId="295e7c55-c314-4e5b-83df-3d894b12fdba" providerId="ADAL" clId="{105E68C2-9BD0-4E2B-972B-F43E63D07302}" dt="2022-04-18T14:58:59.058" v="768" actId="2696"/>
        <pc:sldMkLst>
          <pc:docMk/>
          <pc:sldMk cId="3264607862" sldId="275"/>
        </pc:sldMkLst>
      </pc:sldChg>
      <pc:sldChg chg="del">
        <pc:chgData name="Alejandra Tabares Pozos" userId="295e7c55-c314-4e5b-83df-3d894b12fdba" providerId="ADAL" clId="{105E68C2-9BD0-4E2B-972B-F43E63D07302}" dt="2022-04-18T14:58:59.058" v="768" actId="2696"/>
        <pc:sldMkLst>
          <pc:docMk/>
          <pc:sldMk cId="4038918678" sldId="276"/>
        </pc:sldMkLst>
      </pc:sldChg>
      <pc:sldChg chg="del">
        <pc:chgData name="Alejandra Tabares Pozos" userId="295e7c55-c314-4e5b-83df-3d894b12fdba" providerId="ADAL" clId="{105E68C2-9BD0-4E2B-972B-F43E63D07302}" dt="2022-04-18T14:58:59.058" v="768" actId="2696"/>
        <pc:sldMkLst>
          <pc:docMk/>
          <pc:sldMk cId="3292887890" sldId="277"/>
        </pc:sldMkLst>
      </pc:sldChg>
      <pc:sldChg chg="del">
        <pc:chgData name="Alejandra Tabares Pozos" userId="295e7c55-c314-4e5b-83df-3d894b12fdba" providerId="ADAL" clId="{105E68C2-9BD0-4E2B-972B-F43E63D07302}" dt="2022-04-18T14:58:59.058" v="768" actId="2696"/>
        <pc:sldMkLst>
          <pc:docMk/>
          <pc:sldMk cId="4013278956" sldId="278"/>
        </pc:sldMkLst>
      </pc:sldChg>
      <pc:sldChg chg="del">
        <pc:chgData name="Alejandra Tabares Pozos" userId="295e7c55-c314-4e5b-83df-3d894b12fdba" providerId="ADAL" clId="{105E68C2-9BD0-4E2B-972B-F43E63D07302}" dt="2022-04-18T14:58:59.058" v="768" actId="2696"/>
        <pc:sldMkLst>
          <pc:docMk/>
          <pc:sldMk cId="2616367786" sldId="279"/>
        </pc:sldMkLst>
      </pc:sldChg>
      <pc:sldChg chg="del">
        <pc:chgData name="Alejandra Tabares Pozos" userId="295e7c55-c314-4e5b-83df-3d894b12fdba" providerId="ADAL" clId="{105E68C2-9BD0-4E2B-972B-F43E63D07302}" dt="2022-04-18T14:58:59.058" v="768" actId="2696"/>
        <pc:sldMkLst>
          <pc:docMk/>
          <pc:sldMk cId="1938959641" sldId="280"/>
        </pc:sldMkLst>
      </pc:sldChg>
      <pc:sldChg chg="del">
        <pc:chgData name="Alejandra Tabares Pozos" userId="295e7c55-c314-4e5b-83df-3d894b12fdba" providerId="ADAL" clId="{105E68C2-9BD0-4E2B-972B-F43E63D07302}" dt="2022-04-18T14:58:59.058" v="768" actId="2696"/>
        <pc:sldMkLst>
          <pc:docMk/>
          <pc:sldMk cId="1513402293" sldId="281"/>
        </pc:sldMkLst>
      </pc:sldChg>
      <pc:sldChg chg="del">
        <pc:chgData name="Alejandra Tabares Pozos" userId="295e7c55-c314-4e5b-83df-3d894b12fdba" providerId="ADAL" clId="{105E68C2-9BD0-4E2B-972B-F43E63D07302}" dt="2022-04-18T14:58:59.058" v="768" actId="2696"/>
        <pc:sldMkLst>
          <pc:docMk/>
          <pc:sldMk cId="2841876621" sldId="282"/>
        </pc:sldMkLst>
      </pc:sldChg>
      <pc:sldChg chg="del">
        <pc:chgData name="Alejandra Tabares Pozos" userId="295e7c55-c314-4e5b-83df-3d894b12fdba" providerId="ADAL" clId="{105E68C2-9BD0-4E2B-972B-F43E63D07302}" dt="2022-04-18T14:58:59.058" v="768" actId="2696"/>
        <pc:sldMkLst>
          <pc:docMk/>
          <pc:sldMk cId="1309692433" sldId="283"/>
        </pc:sldMkLst>
      </pc:sldChg>
      <pc:sldChg chg="del">
        <pc:chgData name="Alejandra Tabares Pozos" userId="295e7c55-c314-4e5b-83df-3d894b12fdba" providerId="ADAL" clId="{105E68C2-9BD0-4E2B-972B-F43E63D07302}" dt="2022-04-18T14:58:59.058" v="768" actId="2696"/>
        <pc:sldMkLst>
          <pc:docMk/>
          <pc:sldMk cId="2284632961" sldId="284"/>
        </pc:sldMkLst>
      </pc:sldChg>
      <pc:sldChg chg="del">
        <pc:chgData name="Alejandra Tabares Pozos" userId="295e7c55-c314-4e5b-83df-3d894b12fdba" providerId="ADAL" clId="{105E68C2-9BD0-4E2B-972B-F43E63D07302}" dt="2022-04-18T14:58:59.058" v="768" actId="2696"/>
        <pc:sldMkLst>
          <pc:docMk/>
          <pc:sldMk cId="444316703" sldId="285"/>
        </pc:sldMkLst>
      </pc:sldChg>
      <pc:sldChg chg="del">
        <pc:chgData name="Alejandra Tabares Pozos" userId="295e7c55-c314-4e5b-83df-3d894b12fdba" providerId="ADAL" clId="{105E68C2-9BD0-4E2B-972B-F43E63D07302}" dt="2022-04-18T14:58:59.058" v="768" actId="2696"/>
        <pc:sldMkLst>
          <pc:docMk/>
          <pc:sldMk cId="444430835" sldId="286"/>
        </pc:sldMkLst>
      </pc:sldChg>
      <pc:sldChg chg="del">
        <pc:chgData name="Alejandra Tabares Pozos" userId="295e7c55-c314-4e5b-83df-3d894b12fdba" providerId="ADAL" clId="{105E68C2-9BD0-4E2B-972B-F43E63D07302}" dt="2022-04-18T14:58:59.058" v="768" actId="2696"/>
        <pc:sldMkLst>
          <pc:docMk/>
          <pc:sldMk cId="357766273" sldId="287"/>
        </pc:sldMkLst>
      </pc:sldChg>
      <pc:sldChg chg="del">
        <pc:chgData name="Alejandra Tabares Pozos" userId="295e7c55-c314-4e5b-83df-3d894b12fdba" providerId="ADAL" clId="{105E68C2-9BD0-4E2B-972B-F43E63D07302}" dt="2022-04-18T14:58:59.058" v="768" actId="2696"/>
        <pc:sldMkLst>
          <pc:docMk/>
          <pc:sldMk cId="1008545311" sldId="288"/>
        </pc:sldMkLst>
      </pc:sldChg>
      <pc:sldChg chg="del">
        <pc:chgData name="Alejandra Tabares Pozos" userId="295e7c55-c314-4e5b-83df-3d894b12fdba" providerId="ADAL" clId="{105E68C2-9BD0-4E2B-972B-F43E63D07302}" dt="2022-04-18T14:58:59.058" v="768" actId="2696"/>
        <pc:sldMkLst>
          <pc:docMk/>
          <pc:sldMk cId="1446508503" sldId="289"/>
        </pc:sldMkLst>
      </pc:sldChg>
      <pc:sldChg chg="del">
        <pc:chgData name="Alejandra Tabares Pozos" userId="295e7c55-c314-4e5b-83df-3d894b12fdba" providerId="ADAL" clId="{105E68C2-9BD0-4E2B-972B-F43E63D07302}" dt="2022-04-18T14:58:59.058" v="768" actId="2696"/>
        <pc:sldMkLst>
          <pc:docMk/>
          <pc:sldMk cId="88673484" sldId="290"/>
        </pc:sldMkLst>
      </pc:sldChg>
      <pc:sldChg chg="del">
        <pc:chgData name="Alejandra Tabares Pozos" userId="295e7c55-c314-4e5b-83df-3d894b12fdba" providerId="ADAL" clId="{105E68C2-9BD0-4E2B-972B-F43E63D07302}" dt="2022-04-18T14:58:59.058" v="768" actId="2696"/>
        <pc:sldMkLst>
          <pc:docMk/>
          <pc:sldMk cId="2504188806" sldId="291"/>
        </pc:sldMkLst>
      </pc:sldChg>
      <pc:sldChg chg="del">
        <pc:chgData name="Alejandra Tabares Pozos" userId="295e7c55-c314-4e5b-83df-3d894b12fdba" providerId="ADAL" clId="{105E68C2-9BD0-4E2B-972B-F43E63D07302}" dt="2022-04-18T14:58:59.058" v="768" actId="2696"/>
        <pc:sldMkLst>
          <pc:docMk/>
          <pc:sldMk cId="3606015551" sldId="292"/>
        </pc:sldMkLst>
      </pc:sldChg>
      <pc:sldChg chg="del">
        <pc:chgData name="Alejandra Tabares Pozos" userId="295e7c55-c314-4e5b-83df-3d894b12fdba" providerId="ADAL" clId="{105E68C2-9BD0-4E2B-972B-F43E63D07302}" dt="2022-04-18T14:58:59.058" v="768" actId="2696"/>
        <pc:sldMkLst>
          <pc:docMk/>
          <pc:sldMk cId="1470818552" sldId="293"/>
        </pc:sldMkLst>
      </pc:sldChg>
      <pc:sldChg chg="del">
        <pc:chgData name="Alejandra Tabares Pozos" userId="295e7c55-c314-4e5b-83df-3d894b12fdba" providerId="ADAL" clId="{105E68C2-9BD0-4E2B-972B-F43E63D07302}" dt="2022-04-18T14:58:59.058" v="768" actId="2696"/>
        <pc:sldMkLst>
          <pc:docMk/>
          <pc:sldMk cId="1263827370" sldId="294"/>
        </pc:sldMkLst>
      </pc:sldChg>
      <pc:sldChg chg="del">
        <pc:chgData name="Alejandra Tabares Pozos" userId="295e7c55-c314-4e5b-83df-3d894b12fdba" providerId="ADAL" clId="{105E68C2-9BD0-4E2B-972B-F43E63D07302}" dt="2022-04-18T14:58:59.058" v="768" actId="2696"/>
        <pc:sldMkLst>
          <pc:docMk/>
          <pc:sldMk cId="4104596675" sldId="295"/>
        </pc:sldMkLst>
      </pc:sldChg>
      <pc:sldChg chg="addSp delSp modSp new mod">
        <pc:chgData name="Alejandra Tabares Pozos" userId="295e7c55-c314-4e5b-83df-3d894b12fdba" providerId="ADAL" clId="{105E68C2-9BD0-4E2B-972B-F43E63D07302}" dt="2022-04-18T14:06:54.654" v="24" actId="1076"/>
        <pc:sldMkLst>
          <pc:docMk/>
          <pc:sldMk cId="779653918" sldId="296"/>
        </pc:sldMkLst>
        <pc:spChg chg="mod">
          <ac:chgData name="Alejandra Tabares Pozos" userId="295e7c55-c314-4e5b-83df-3d894b12fdba" providerId="ADAL" clId="{105E68C2-9BD0-4E2B-972B-F43E63D07302}" dt="2022-04-18T14:05:39.576" v="19"/>
          <ac:spMkLst>
            <pc:docMk/>
            <pc:sldMk cId="779653918" sldId="296"/>
            <ac:spMk id="2" creationId="{4D587495-7075-4D52-A567-96EDC1A9D99E}"/>
          </ac:spMkLst>
        </pc:spChg>
        <pc:spChg chg="del">
          <ac:chgData name="Alejandra Tabares Pozos" userId="295e7c55-c314-4e5b-83df-3d894b12fdba" providerId="ADAL" clId="{105E68C2-9BD0-4E2B-972B-F43E63D07302}" dt="2022-04-18T14:05:48.869" v="20"/>
          <ac:spMkLst>
            <pc:docMk/>
            <pc:sldMk cId="779653918" sldId="296"/>
            <ac:spMk id="3" creationId="{CD27FF4B-14F5-4BEF-B90C-4CDE32AE6D79}"/>
          </ac:spMkLst>
        </pc:spChg>
        <pc:spChg chg="add mod">
          <ac:chgData name="Alejandra Tabares Pozos" userId="295e7c55-c314-4e5b-83df-3d894b12fdba" providerId="ADAL" clId="{105E68C2-9BD0-4E2B-972B-F43E63D07302}" dt="2022-04-18T14:06:54.654" v="24" actId="1076"/>
          <ac:spMkLst>
            <pc:docMk/>
            <pc:sldMk cId="779653918" sldId="296"/>
            <ac:spMk id="6" creationId="{F32FF466-8336-4A78-84C1-C67CFE1054E1}"/>
          </ac:spMkLst>
        </pc:spChg>
        <pc:picChg chg="add mod">
          <ac:chgData name="Alejandra Tabares Pozos" userId="295e7c55-c314-4e5b-83df-3d894b12fdba" providerId="ADAL" clId="{105E68C2-9BD0-4E2B-972B-F43E63D07302}" dt="2022-04-18T14:05:50.946" v="21" actId="1076"/>
          <ac:picMkLst>
            <pc:docMk/>
            <pc:sldMk cId="779653918" sldId="296"/>
            <ac:picMk id="4" creationId="{F54164D6-F45F-4E7A-AD39-F4259491686A}"/>
          </ac:picMkLst>
        </pc:picChg>
      </pc:sldChg>
      <pc:sldChg chg="modSp new mod">
        <pc:chgData name="Alejandra Tabares Pozos" userId="295e7c55-c314-4e5b-83df-3d894b12fdba" providerId="ADAL" clId="{105E68C2-9BD0-4E2B-972B-F43E63D07302}" dt="2022-04-18T14:12:12.743" v="130" actId="207"/>
        <pc:sldMkLst>
          <pc:docMk/>
          <pc:sldMk cId="554746499" sldId="297"/>
        </pc:sldMkLst>
        <pc:spChg chg="mod">
          <ac:chgData name="Alejandra Tabares Pozos" userId="295e7c55-c314-4e5b-83df-3d894b12fdba" providerId="ADAL" clId="{105E68C2-9BD0-4E2B-972B-F43E63D07302}" dt="2022-04-18T14:12:12.743" v="130" actId="207"/>
          <ac:spMkLst>
            <pc:docMk/>
            <pc:sldMk cId="554746499" sldId="297"/>
            <ac:spMk id="3" creationId="{23429CA2-22D9-42CC-802A-F22214ABB0CA}"/>
          </ac:spMkLst>
        </pc:spChg>
      </pc:sldChg>
      <pc:sldChg chg="addSp delSp modSp new mod">
        <pc:chgData name="Alejandra Tabares Pozos" userId="295e7c55-c314-4e5b-83df-3d894b12fdba" providerId="ADAL" clId="{105E68C2-9BD0-4E2B-972B-F43E63D07302}" dt="2022-04-18T14:14:14.771" v="188"/>
        <pc:sldMkLst>
          <pc:docMk/>
          <pc:sldMk cId="1786838936" sldId="298"/>
        </pc:sldMkLst>
        <pc:spChg chg="mod">
          <ac:chgData name="Alejandra Tabares Pozos" userId="295e7c55-c314-4e5b-83df-3d894b12fdba" providerId="ADAL" clId="{105E68C2-9BD0-4E2B-972B-F43E63D07302}" dt="2022-04-18T14:14:01.967" v="187" actId="122"/>
          <ac:spMkLst>
            <pc:docMk/>
            <pc:sldMk cId="1786838936" sldId="298"/>
            <ac:spMk id="2" creationId="{E3F716CD-28DA-41DC-A5C1-A0D80F8E2925}"/>
          </ac:spMkLst>
        </pc:spChg>
        <pc:spChg chg="del">
          <ac:chgData name="Alejandra Tabares Pozos" userId="295e7c55-c314-4e5b-83df-3d894b12fdba" providerId="ADAL" clId="{105E68C2-9BD0-4E2B-972B-F43E63D07302}" dt="2022-04-18T14:14:14.771" v="188"/>
          <ac:spMkLst>
            <pc:docMk/>
            <pc:sldMk cId="1786838936" sldId="298"/>
            <ac:spMk id="3" creationId="{F19A5D4D-C28B-4760-BF67-97D024AE6A8F}"/>
          </ac:spMkLst>
        </pc:spChg>
        <pc:picChg chg="add mod">
          <ac:chgData name="Alejandra Tabares Pozos" userId="295e7c55-c314-4e5b-83df-3d894b12fdba" providerId="ADAL" clId="{105E68C2-9BD0-4E2B-972B-F43E63D07302}" dt="2022-04-18T14:14:14.771" v="188"/>
          <ac:picMkLst>
            <pc:docMk/>
            <pc:sldMk cId="1786838936" sldId="298"/>
            <ac:picMk id="4" creationId="{C10EF21D-63FB-4931-A3E7-AB348DCB1838}"/>
          </ac:picMkLst>
        </pc:picChg>
      </pc:sldChg>
      <pc:sldChg chg="modSp new mod">
        <pc:chgData name="Alejandra Tabares Pozos" userId="295e7c55-c314-4e5b-83df-3d894b12fdba" providerId="ADAL" clId="{105E68C2-9BD0-4E2B-972B-F43E63D07302}" dt="2022-04-18T14:25:33.571" v="270" actId="20577"/>
        <pc:sldMkLst>
          <pc:docMk/>
          <pc:sldMk cId="2676305564" sldId="299"/>
        </pc:sldMkLst>
        <pc:spChg chg="mod">
          <ac:chgData name="Alejandra Tabares Pozos" userId="295e7c55-c314-4e5b-83df-3d894b12fdba" providerId="ADAL" clId="{105E68C2-9BD0-4E2B-972B-F43E63D07302}" dt="2022-04-18T14:20:03.121" v="262" actId="122"/>
          <ac:spMkLst>
            <pc:docMk/>
            <pc:sldMk cId="2676305564" sldId="299"/>
            <ac:spMk id="2" creationId="{830F90A9-D10B-4A70-99D7-76518E1F44FD}"/>
          </ac:spMkLst>
        </pc:spChg>
        <pc:spChg chg="mod">
          <ac:chgData name="Alejandra Tabares Pozos" userId="295e7c55-c314-4e5b-83df-3d894b12fdba" providerId="ADAL" clId="{105E68C2-9BD0-4E2B-972B-F43E63D07302}" dt="2022-04-18T14:25:33.571" v="270" actId="20577"/>
          <ac:spMkLst>
            <pc:docMk/>
            <pc:sldMk cId="2676305564" sldId="299"/>
            <ac:spMk id="3" creationId="{3424DEE7-27FC-4A3A-862B-63A9FAC43069}"/>
          </ac:spMkLst>
        </pc:spChg>
      </pc:sldChg>
      <pc:sldChg chg="modSp add mod">
        <pc:chgData name="Alejandra Tabares Pozos" userId="295e7c55-c314-4e5b-83df-3d894b12fdba" providerId="ADAL" clId="{105E68C2-9BD0-4E2B-972B-F43E63D07302}" dt="2022-04-18T14:45:38.105" v="672" actId="20577"/>
        <pc:sldMkLst>
          <pc:docMk/>
          <pc:sldMk cId="1669371917" sldId="300"/>
        </pc:sldMkLst>
        <pc:spChg chg="mod">
          <ac:chgData name="Alejandra Tabares Pozos" userId="295e7c55-c314-4e5b-83df-3d894b12fdba" providerId="ADAL" clId="{105E68C2-9BD0-4E2B-972B-F43E63D07302}" dt="2022-04-18T14:45:38.105" v="672" actId="20577"/>
          <ac:spMkLst>
            <pc:docMk/>
            <pc:sldMk cId="1669371917" sldId="300"/>
            <ac:spMk id="2" creationId="{164521D9-DEEF-47A7-BBC3-1457771AAA94}"/>
          </ac:spMkLst>
        </pc:spChg>
      </pc:sldChg>
      <pc:sldChg chg="modSp new mod">
        <pc:chgData name="Alejandra Tabares Pozos" userId="295e7c55-c314-4e5b-83df-3d894b12fdba" providerId="ADAL" clId="{105E68C2-9BD0-4E2B-972B-F43E63D07302}" dt="2022-04-18T14:52:52.178" v="767" actId="27636"/>
        <pc:sldMkLst>
          <pc:docMk/>
          <pc:sldMk cId="3516801877" sldId="301"/>
        </pc:sldMkLst>
        <pc:spChg chg="mod">
          <ac:chgData name="Alejandra Tabares Pozos" userId="295e7c55-c314-4e5b-83df-3d894b12fdba" providerId="ADAL" clId="{105E68C2-9BD0-4E2B-972B-F43E63D07302}" dt="2022-04-18T14:52:28.823" v="756" actId="20577"/>
          <ac:spMkLst>
            <pc:docMk/>
            <pc:sldMk cId="3516801877" sldId="301"/>
            <ac:spMk id="2" creationId="{A93BE864-16B5-4630-97BD-63D459804322}"/>
          </ac:spMkLst>
        </pc:spChg>
        <pc:spChg chg="mod">
          <ac:chgData name="Alejandra Tabares Pozos" userId="295e7c55-c314-4e5b-83df-3d894b12fdba" providerId="ADAL" clId="{105E68C2-9BD0-4E2B-972B-F43E63D07302}" dt="2022-04-18T14:52:52.178" v="767" actId="27636"/>
          <ac:spMkLst>
            <pc:docMk/>
            <pc:sldMk cId="3516801877" sldId="301"/>
            <ac:spMk id="3" creationId="{D7A83A02-4F24-4E0E-83B5-24B8AF794419}"/>
          </ac:spMkLst>
        </pc:spChg>
      </pc:sldChg>
      <pc:sldChg chg="add del">
        <pc:chgData name="Alejandra Tabares Pozos" userId="295e7c55-c314-4e5b-83df-3d894b12fdba" providerId="ADAL" clId="{105E68C2-9BD0-4E2B-972B-F43E63D07302}" dt="2022-04-18T14:41:09.087" v="458"/>
        <pc:sldMkLst>
          <pc:docMk/>
          <pc:sldMk cId="0" sldId="868"/>
        </pc:sldMkLst>
      </pc:sldChg>
      <pc:sldChg chg="add del">
        <pc:chgData name="Alejandra Tabares Pozos" userId="295e7c55-c314-4e5b-83df-3d894b12fdba" providerId="ADAL" clId="{105E68C2-9BD0-4E2B-972B-F43E63D07302}" dt="2022-04-18T14:41:09.087" v="458"/>
        <pc:sldMkLst>
          <pc:docMk/>
          <pc:sldMk cId="0" sldId="869"/>
        </pc:sldMkLst>
      </pc:sldChg>
      <pc:sldChg chg="add del">
        <pc:chgData name="Alejandra Tabares Pozos" userId="295e7c55-c314-4e5b-83df-3d894b12fdba" providerId="ADAL" clId="{105E68C2-9BD0-4E2B-972B-F43E63D07302}" dt="2022-04-18T14:41:09.087" v="458"/>
        <pc:sldMkLst>
          <pc:docMk/>
          <pc:sldMk cId="0" sldId="870"/>
        </pc:sldMkLst>
      </pc:sldChg>
      <pc:sldChg chg="add del">
        <pc:chgData name="Alejandra Tabares Pozos" userId="295e7c55-c314-4e5b-83df-3d894b12fdba" providerId="ADAL" clId="{105E68C2-9BD0-4E2B-972B-F43E63D07302}" dt="2022-04-18T14:41:09.087" v="458"/>
        <pc:sldMkLst>
          <pc:docMk/>
          <pc:sldMk cId="0" sldId="871"/>
        </pc:sldMkLst>
      </pc:sldChg>
      <pc:sldChg chg="modSp add del mod">
        <pc:chgData name="Alejandra Tabares Pozos" userId="295e7c55-c314-4e5b-83df-3d894b12fdba" providerId="ADAL" clId="{105E68C2-9BD0-4E2B-972B-F43E63D07302}" dt="2022-04-18T14:41:08.873" v="457"/>
        <pc:sldMkLst>
          <pc:docMk/>
          <pc:sldMk cId="0" sldId="872"/>
        </pc:sldMkLst>
        <pc:spChg chg="mod">
          <ac:chgData name="Alejandra Tabares Pozos" userId="295e7c55-c314-4e5b-83df-3d894b12fdba" providerId="ADAL" clId="{105E68C2-9BD0-4E2B-972B-F43E63D07302}" dt="2022-04-18T14:41:08.634" v="456" actId="12"/>
          <ac:spMkLst>
            <pc:docMk/>
            <pc:sldMk cId="0" sldId="872"/>
            <ac:spMk id="3" creationId="{00000000-0000-0000-0000-000000000000}"/>
          </ac:spMkLst>
        </pc:spChg>
      </pc:sldChg>
      <pc:sldChg chg="add del">
        <pc:chgData name="Alejandra Tabares Pozos" userId="295e7c55-c314-4e5b-83df-3d894b12fdba" providerId="ADAL" clId="{105E68C2-9BD0-4E2B-972B-F43E63D07302}" dt="2022-04-18T14:41:08.873" v="457"/>
        <pc:sldMkLst>
          <pc:docMk/>
          <pc:sldMk cId="0" sldId="873"/>
        </pc:sldMkLst>
      </pc:sldChg>
      <pc:sldChg chg="add del">
        <pc:chgData name="Alejandra Tabares Pozos" userId="295e7c55-c314-4e5b-83df-3d894b12fdba" providerId="ADAL" clId="{105E68C2-9BD0-4E2B-972B-F43E63D07302}" dt="2022-04-18T14:41:08.873" v="457"/>
        <pc:sldMkLst>
          <pc:docMk/>
          <pc:sldMk cId="0" sldId="874"/>
        </pc:sldMkLst>
      </pc:sldChg>
      <pc:sldChg chg="add del">
        <pc:chgData name="Alejandra Tabares Pozos" userId="295e7c55-c314-4e5b-83df-3d894b12fdba" providerId="ADAL" clId="{105E68C2-9BD0-4E2B-972B-F43E63D07302}" dt="2022-04-18T14:41:08.873" v="457"/>
        <pc:sldMkLst>
          <pc:docMk/>
          <pc:sldMk cId="0" sldId="87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F15FF5-D423-485B-96F5-780F7C2DE0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9247000-F3D9-4416-882F-212CDDB5A1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6BB878C-5663-42EA-9A6F-7187B17CE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E53C9-C0BE-464C-A772-34FFC5654029}" type="datetimeFigureOut">
              <a:rPr lang="es-CO" smtClean="0"/>
              <a:t>18/04/2022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BCD0124-F498-4097-91E1-85667982B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E800EEF-82C2-4973-9FD7-DAF666014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58D38-0754-472A-AE28-01F5114CDEF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64502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25B98E-5F5B-456B-918C-6C386A852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731CB88-2CF8-40F7-A817-0777A2F7D5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AF2B785-E85E-420F-9855-AE04BE9AC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E53C9-C0BE-464C-A772-34FFC5654029}" type="datetimeFigureOut">
              <a:rPr lang="es-CO" smtClean="0"/>
              <a:t>18/04/2022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4D5DE19-92BC-4DA0-A72E-20D779E74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1599BFA-3318-459A-8BF3-DE4B4B02B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58D38-0754-472A-AE28-01F5114CDEF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5683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1830FC-5BCF-46E4-8F3D-13EE5D888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317B3EF-8F6D-4338-971C-867506102C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346A9F9-7AEE-4214-837B-95EC0452E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E53C9-C0BE-464C-A772-34FFC5654029}" type="datetimeFigureOut">
              <a:rPr lang="es-CO" smtClean="0"/>
              <a:t>18/04/2022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59448C3-783E-416C-AF34-7B4AE4BB5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C14AB6E-69A2-488C-859C-790B07B7A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58D38-0754-472A-AE28-01F5114CDEF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56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2F9183-D611-466A-8467-83C1996A5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E851304-9FD3-4281-B92A-1AC3C5D290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93DE3AD-3311-4284-99DF-C4448724D1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4FD26BB-2B2D-4105-A005-C34D45A86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E53C9-C0BE-464C-A772-34FFC5654029}" type="datetimeFigureOut">
              <a:rPr lang="es-CO" smtClean="0"/>
              <a:t>18/04/2022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1363949-FFE9-4354-B131-B6C1D917E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49E309B-609E-445D-BCB2-908BCCAC2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58D38-0754-472A-AE28-01F5114CDEF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98426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5B2480-F910-4659-86F1-476111EF4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16E9CA3-11DD-4507-8F07-B0CEE39A34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10F01A7-6CBC-4FA4-BAF8-5CE30A3B71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A971F7A-3B59-4D5F-9EB4-58253E14FC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53669A1-3902-4184-88A5-FC0803FE88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7F07208-D249-4827-8776-A47B8BB8A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E53C9-C0BE-464C-A772-34FFC5654029}" type="datetimeFigureOut">
              <a:rPr lang="es-CO" smtClean="0"/>
              <a:t>18/04/2022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6245E6E-D548-4AFA-AAE2-50CA441C5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88C6B9C-2EA8-4C50-A028-46A80A474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58D38-0754-472A-AE28-01F5114CDEF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511925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E8C091-2887-4906-9216-420D0BAB1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F221FA5-7E66-4134-ACB1-5EF58F537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E53C9-C0BE-464C-A772-34FFC5654029}" type="datetimeFigureOut">
              <a:rPr lang="es-CO" smtClean="0"/>
              <a:t>18/04/2022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88B88EF-8563-4A82-8C83-A9629F150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4D54BEA-6A54-4713-92E2-ADB6E96A7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58D38-0754-472A-AE28-01F5114CDEF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32825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04BC6F2-334A-470D-B518-162BDAB86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E53C9-C0BE-464C-A772-34FFC5654029}" type="datetimeFigureOut">
              <a:rPr lang="es-CO" smtClean="0"/>
              <a:t>18/04/2022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2850667-FA5B-4927-BF34-5D5A3241A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4DE9E91-5230-4A43-A5B9-9AF2D8DD1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58D38-0754-472A-AE28-01F5114CDEF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62067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303669-865E-42D0-B671-99086656F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A939D87-A297-4405-8483-730E396148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BE6CE39-3647-44AC-8AAD-5BB3D9A71D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B1492BC-A826-4F8B-B09E-C570C1FDC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E53C9-C0BE-464C-A772-34FFC5654029}" type="datetimeFigureOut">
              <a:rPr lang="es-CO" smtClean="0"/>
              <a:t>18/04/2022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3E08282-B02C-493D-9F77-285F543EC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211168B-65B2-48A1-BE3F-E03350F14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58D38-0754-472A-AE28-01F5114CDEF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30034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410F85-F5F4-4FA5-B953-9A8D796E6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CD6545E-FCE2-4B60-BB7B-1E2DC440CD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5D94459-48A1-4C94-BF81-C695FA6D89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5DAE9E5-5B69-4A76-8F49-3AC0C2E05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E53C9-C0BE-464C-A772-34FFC5654029}" type="datetimeFigureOut">
              <a:rPr lang="es-CO" smtClean="0"/>
              <a:t>18/04/2022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032DB04-9D4D-47B3-BA47-02F6A7CE9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3D50942-20AD-4CC1-A648-0DFC5F149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58D38-0754-472A-AE28-01F5114CDEF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29418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E30466-434C-4BAC-B3B2-2205A25FC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2CF7D17-319F-4676-8F18-41C78C736B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A02553E-7AF7-4A75-8C8A-85FF9845B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E53C9-C0BE-464C-A772-34FFC5654029}" type="datetimeFigureOut">
              <a:rPr lang="es-CO" smtClean="0"/>
              <a:t>18/04/2022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3489BF9-621A-459F-B054-43B293FF8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378B384-FCF6-4A10-9BAA-34CE979BB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58D38-0754-472A-AE28-01F5114CDEF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09550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A00EE65-A5CE-49EA-9F92-85EB4E2A20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74DD161-FB9B-416B-9018-2E42E128EF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8215D80-3963-4FB2-B497-2D62F9C71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E53C9-C0BE-464C-A772-34FFC5654029}" type="datetimeFigureOut">
              <a:rPr lang="es-CO" smtClean="0"/>
              <a:t>18/04/2022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68B316-8E03-41B6-A7E4-89839EB0D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65B39A9-63D8-4B3B-9689-549ED525E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58D38-0754-472A-AE28-01F5114CDEF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42482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A18896A-2BD1-4FFE-8D1D-13F518B38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E7490C5-BF6C-4656-8FBC-A15FD84EF8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9EE8C2B-EE06-4397-B917-9F85CEA67C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9E53C9-C0BE-464C-A772-34FFC5654029}" type="datetimeFigureOut">
              <a:rPr lang="es-CO" smtClean="0"/>
              <a:t>18/04/2022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BDF829D-0B23-4907-A41A-84057A16F3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B5F510E-A11B-4D8F-AB77-DB083B92FF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F58D38-0754-472A-AE28-01F5114CDEF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59981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ashee87.github.io/data%20science/general/Clustering-with-Scikit-with-GIFs/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A8E59B-C2EA-4D21-8E07-AF4E6964B1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O" dirty="0"/>
              <a:t>Gaussian Mixture </a:t>
            </a:r>
            <a:r>
              <a:rPr lang="es-CO" dirty="0" err="1"/>
              <a:t>Models</a:t>
            </a:r>
            <a:endParaRPr lang="es-CO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C787B61-6D94-4AB8-B471-E7169342289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19390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9ADBED-44F0-40FA-86BC-527BB1C71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Algoritmo K-</a:t>
            </a:r>
            <a:r>
              <a:rPr lang="es-CO" dirty="0" err="1"/>
              <a:t>Means</a:t>
            </a:r>
            <a:endParaRPr lang="es-CO" dirty="0"/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9F0543E3-E698-40D5-BA25-894FDAC13E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77620" y="1833288"/>
            <a:ext cx="3209925" cy="77816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EC9785B9-5C90-4CB8-A780-A3919643B13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154" r="982"/>
          <a:stretch/>
        </p:blipFill>
        <p:spPr>
          <a:xfrm>
            <a:off x="694732" y="1491183"/>
            <a:ext cx="6706790" cy="5167312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D0AB4D2E-5F5F-4A3C-B4E0-9BF7605B1A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1581" y="2741582"/>
            <a:ext cx="3452159" cy="373412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643D609C-F477-4B46-865A-118E8545E71F}"/>
              </a:ext>
            </a:extLst>
          </p:cNvPr>
          <p:cNvSpPr txBox="1"/>
          <p:nvPr/>
        </p:nvSpPr>
        <p:spPr>
          <a:xfrm>
            <a:off x="7651581" y="3919280"/>
            <a:ext cx="404858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dirty="0"/>
              <a:t>Elija el número de </a:t>
            </a:r>
            <a:r>
              <a:rPr lang="es-CO" dirty="0" err="1"/>
              <a:t>clusters</a:t>
            </a:r>
            <a:r>
              <a:rPr lang="es-CO" dirty="0"/>
              <a:t> 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dirty="0"/>
              <a:t>Elegir k puntos al azar como "centro de </a:t>
            </a:r>
            <a:r>
              <a:rPr lang="es-CO" dirty="0" err="1"/>
              <a:t>cluster</a:t>
            </a:r>
            <a:r>
              <a:rPr lang="es-CO" dirty="0"/>
              <a:t>"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dirty="0"/>
              <a:t>Mientras los centros de </a:t>
            </a:r>
            <a:r>
              <a:rPr lang="es-CO" dirty="0" err="1"/>
              <a:t>cluster</a:t>
            </a:r>
            <a:r>
              <a:rPr lang="es-CO" dirty="0"/>
              <a:t> cambian:</a:t>
            </a:r>
          </a:p>
          <a:p>
            <a:pPr marL="342900" indent="-342900">
              <a:buFont typeface="+mj-lt"/>
              <a:buAutoNum type="arabicPeriod"/>
            </a:pPr>
            <a:r>
              <a:rPr lang="es-CO" dirty="0"/>
              <a:t>Asigne cada punto de datos a su centro de </a:t>
            </a:r>
            <a:r>
              <a:rPr lang="es-CO" dirty="0" err="1"/>
              <a:t>cluster</a:t>
            </a:r>
            <a:r>
              <a:rPr lang="es-CO" dirty="0"/>
              <a:t> más cercano</a:t>
            </a:r>
          </a:p>
          <a:p>
            <a:pPr marL="342900" indent="-342900">
              <a:buFont typeface="+mj-lt"/>
              <a:buAutoNum type="arabicPeriod"/>
            </a:pPr>
            <a:r>
              <a:rPr lang="es-CO" dirty="0"/>
              <a:t>Recalcular los centros de </a:t>
            </a:r>
            <a:r>
              <a:rPr lang="es-CO" dirty="0" err="1"/>
              <a:t>cluster</a:t>
            </a:r>
            <a:r>
              <a:rPr lang="es-CO" dirty="0"/>
              <a:t> como la media de los puntos asignados.</a:t>
            </a:r>
          </a:p>
        </p:txBody>
      </p:sp>
    </p:spTree>
    <p:extLst>
      <p:ext uri="{BB962C8B-B14F-4D97-AF65-F5344CB8AC3E}">
        <p14:creationId xmlns:p14="http://schemas.microsoft.com/office/powerpoint/2010/main" val="2205658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17EEEA-7861-4024-B56B-36F9D0E3D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Código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6B866BE-1EEF-4230-8AE6-F384F917C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8647" y="1844427"/>
            <a:ext cx="9194705" cy="4512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5182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587495-7075-4D52-A567-96EDC1A9D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Restricción de las formas de los grupos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F54164D6-F45F-4E7A-AD39-F425949168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24215" y="1690688"/>
            <a:ext cx="6477561" cy="2842506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F32FF466-8336-4A78-84C1-C67CFE1054E1}"/>
              </a:ext>
            </a:extLst>
          </p:cNvPr>
          <p:cNvSpPr txBox="1"/>
          <p:nvPr/>
        </p:nvSpPr>
        <p:spPr>
          <a:xfrm>
            <a:off x="3108548" y="4982646"/>
            <a:ext cx="60932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Los </a:t>
            </a:r>
            <a:r>
              <a:rPr lang="es-CO" dirty="0" err="1"/>
              <a:t>clusters</a:t>
            </a:r>
            <a:r>
              <a:rPr lang="es-CO" dirty="0"/>
              <a:t> son diagramas de </a:t>
            </a:r>
            <a:r>
              <a:rPr lang="es-CO" dirty="0" err="1"/>
              <a:t>Voronoi</a:t>
            </a:r>
            <a:r>
              <a:rPr lang="es-CO" dirty="0"/>
              <a:t> a partir de los centros</a:t>
            </a:r>
          </a:p>
        </p:txBody>
      </p:sp>
    </p:spTree>
    <p:extLst>
      <p:ext uri="{BB962C8B-B14F-4D97-AF65-F5344CB8AC3E}">
        <p14:creationId xmlns:p14="http://schemas.microsoft.com/office/powerpoint/2010/main" val="779653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B1BAD984-A1B4-47B1-B99E-2202206C88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3244" y="910371"/>
            <a:ext cx="8573243" cy="5037257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B847C0D-0841-4BEB-8A52-EA7A94225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/>
              <a:t>Limitaciones del K-mean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0681F93-D3D4-49F3-B152-A5B31A539F54}"/>
              </a:ext>
            </a:extLst>
          </p:cNvPr>
          <p:cNvSpPr txBox="1"/>
          <p:nvPr/>
        </p:nvSpPr>
        <p:spPr>
          <a:xfrm>
            <a:off x="3293251" y="5947628"/>
            <a:ext cx="60932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Límites de las agrupaciones equidistantes a los centros</a:t>
            </a:r>
          </a:p>
        </p:txBody>
      </p:sp>
    </p:spTree>
    <p:extLst>
      <p:ext uri="{BB962C8B-B14F-4D97-AF65-F5344CB8AC3E}">
        <p14:creationId xmlns:p14="http://schemas.microsoft.com/office/powerpoint/2010/main" val="19878098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FD7D5DB7-AF41-449B-B95F-975177763E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2875" y="1275052"/>
            <a:ext cx="7026249" cy="4701947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C57748D-3785-4028-841D-E01E042D0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/>
              <a:t>Limitaciones del K-mean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FB6F4D6-92B3-4E87-BA93-3005B55B11AB}"/>
              </a:ext>
            </a:extLst>
          </p:cNvPr>
          <p:cNvSpPr txBox="1"/>
          <p:nvPr/>
        </p:nvSpPr>
        <p:spPr>
          <a:xfrm>
            <a:off x="3229495" y="6308209"/>
            <a:ext cx="60932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No se pueden modelar bien las covarianzas</a:t>
            </a:r>
          </a:p>
        </p:txBody>
      </p:sp>
    </p:spTree>
    <p:extLst>
      <p:ext uri="{BB962C8B-B14F-4D97-AF65-F5344CB8AC3E}">
        <p14:creationId xmlns:p14="http://schemas.microsoft.com/office/powerpoint/2010/main" val="34697071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B520F2-2BBF-4CF6-A96B-1D11FAD43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/>
              <a:t>Limitaciones del K-mean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4FFCFBE-4BAC-4E80-A284-5226E1A5A9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7600" y="1277622"/>
            <a:ext cx="7376799" cy="4633362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2C80B85B-D67C-4B33-A5F9-5DE072204362}"/>
              </a:ext>
            </a:extLst>
          </p:cNvPr>
          <p:cNvSpPr txBox="1"/>
          <p:nvPr/>
        </p:nvSpPr>
        <p:spPr>
          <a:xfrm>
            <a:off x="3395750" y="5910984"/>
            <a:ext cx="60932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dirty="0"/>
              <a:t>Sólo forman clústeres sencillos</a:t>
            </a:r>
          </a:p>
        </p:txBody>
      </p:sp>
    </p:spTree>
    <p:extLst>
      <p:ext uri="{BB962C8B-B14F-4D97-AF65-F5344CB8AC3E}">
        <p14:creationId xmlns:p14="http://schemas.microsoft.com/office/powerpoint/2010/main" val="13053162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49924F-D475-4D95-A84B-84F129E29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3429CA2-22D9-42CC-802A-F22214ABB0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CO" dirty="0"/>
              <a:t>Implementación ingenua ( </a:t>
            </a:r>
            <a:r>
              <a:rPr lang="es-CO" dirty="0" err="1"/>
              <a:t>Lloyd's</a:t>
            </a:r>
            <a:r>
              <a:rPr lang="es-CO" dirty="0"/>
              <a:t>):</a:t>
            </a:r>
          </a:p>
          <a:p>
            <a:pPr lvl="1"/>
            <a:r>
              <a:rPr lang="es-CO" dirty="0" err="1"/>
              <a:t>n_cluster</a:t>
            </a:r>
            <a:r>
              <a:rPr lang="es-CO" dirty="0"/>
              <a:t> * </a:t>
            </a:r>
            <a:r>
              <a:rPr lang="es-CO" dirty="0" err="1"/>
              <a:t>n_muestras</a:t>
            </a:r>
            <a:r>
              <a:rPr lang="es-CO" dirty="0"/>
              <a:t> cálculos de distancia por iteración</a:t>
            </a:r>
          </a:p>
          <a:p>
            <a:r>
              <a:rPr lang="es-CO" dirty="0"/>
              <a:t>Algoritmos rápidos "exactos":</a:t>
            </a:r>
          </a:p>
          <a:p>
            <a:pPr lvl="1"/>
            <a:r>
              <a:rPr lang="es-CO" dirty="0" err="1"/>
              <a:t>Elkan's</a:t>
            </a:r>
            <a:r>
              <a:rPr lang="es-CO" dirty="0"/>
              <a:t>, Ying-Yang, ...</a:t>
            </a:r>
          </a:p>
          <a:p>
            <a:r>
              <a:rPr lang="es-CO" dirty="0"/>
              <a:t>Algoritmos aproximados:</a:t>
            </a:r>
          </a:p>
          <a:p>
            <a:pPr lvl="1"/>
            <a:r>
              <a:rPr lang="es-CO" dirty="0" err="1"/>
              <a:t>minibatch</a:t>
            </a:r>
            <a:r>
              <a:rPr lang="es-CO" dirty="0"/>
              <a:t> K-</a:t>
            </a:r>
            <a:r>
              <a:rPr lang="es-CO" dirty="0" err="1"/>
              <a:t>Means</a:t>
            </a:r>
            <a:endParaRPr lang="es-CO" dirty="0"/>
          </a:p>
          <a:p>
            <a:r>
              <a:rPr lang="es-CO" dirty="0">
                <a:solidFill>
                  <a:srgbClr val="00B050"/>
                </a:solidFill>
              </a:rPr>
              <a:t>Centros aleatorios rápidos.</a:t>
            </a:r>
          </a:p>
          <a:p>
            <a:r>
              <a:rPr lang="es-CO" dirty="0">
                <a:solidFill>
                  <a:srgbClr val="00B050"/>
                </a:solidFill>
              </a:rPr>
              <a:t>K-</a:t>
            </a:r>
            <a:r>
              <a:rPr lang="es-CO" dirty="0" err="1">
                <a:solidFill>
                  <a:srgbClr val="00B050"/>
                </a:solidFill>
              </a:rPr>
              <a:t>means</a:t>
            </a:r>
            <a:r>
              <a:rPr lang="es-CO" dirty="0">
                <a:solidFill>
                  <a:srgbClr val="00B050"/>
                </a:solidFill>
              </a:rPr>
              <a:t>++ (por defecto): Añade codiciosamente el punto "más lejano".</a:t>
            </a:r>
          </a:p>
          <a:p>
            <a:r>
              <a:rPr lang="es-CO" dirty="0">
                <a:solidFill>
                  <a:srgbClr val="00B050"/>
                </a:solidFill>
              </a:rPr>
              <a:t>Por defecto K-</a:t>
            </a:r>
            <a:r>
              <a:rPr lang="es-CO" dirty="0" err="1">
                <a:solidFill>
                  <a:srgbClr val="00B050"/>
                </a:solidFill>
              </a:rPr>
              <a:t>means</a:t>
            </a:r>
            <a:r>
              <a:rPr lang="es-CO" dirty="0">
                <a:solidFill>
                  <a:srgbClr val="00B050"/>
                </a:solidFill>
              </a:rPr>
              <a:t> en </a:t>
            </a:r>
            <a:r>
              <a:rPr lang="es-CO" dirty="0" err="1">
                <a:solidFill>
                  <a:srgbClr val="00B050"/>
                </a:solidFill>
              </a:rPr>
              <a:t>sklearn</a:t>
            </a:r>
            <a:r>
              <a:rPr lang="es-CO" dirty="0">
                <a:solidFill>
                  <a:srgbClr val="00B050"/>
                </a:solidFill>
              </a:rPr>
              <a:t> hace 10 reinicios aleatorios con diferentes inicializaciones.</a:t>
            </a:r>
          </a:p>
          <a:p>
            <a:r>
              <a:rPr lang="es-CO" dirty="0">
                <a:solidFill>
                  <a:srgbClr val="00B050"/>
                </a:solidFill>
              </a:rPr>
              <a:t>La inicialización de K-</a:t>
            </a:r>
            <a:r>
              <a:rPr lang="es-CO" dirty="0" err="1">
                <a:solidFill>
                  <a:srgbClr val="00B050"/>
                </a:solidFill>
              </a:rPr>
              <a:t>means</a:t>
            </a:r>
            <a:r>
              <a:rPr lang="es-CO" dirty="0">
                <a:solidFill>
                  <a:srgbClr val="00B050"/>
                </a:solidFill>
              </a:rPr>
              <a:t>++ puede tomar mucho más tiempo que el </a:t>
            </a:r>
            <a:r>
              <a:rPr lang="es-CO" dirty="0" err="1">
                <a:solidFill>
                  <a:srgbClr val="00B050"/>
                </a:solidFill>
              </a:rPr>
              <a:t>clustering</a:t>
            </a:r>
            <a:endParaRPr lang="es-CO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47464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BC8BE7-731C-4FB0-8B12-19AAEF35C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 err="1"/>
              <a:t>Clustering</a:t>
            </a:r>
            <a:r>
              <a:rPr lang="es-CO" dirty="0"/>
              <a:t> </a:t>
            </a:r>
            <a:r>
              <a:rPr lang="es-CO" dirty="0" err="1"/>
              <a:t>aglomerativo</a:t>
            </a:r>
            <a:endParaRPr lang="es-CO" dirty="0"/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9CB115EA-FC39-4C66-A948-CB63718B69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4086" y="1451438"/>
            <a:ext cx="9083827" cy="3955123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1AA441CE-6113-4CB9-81BC-D83F2FFD9D28}"/>
              </a:ext>
            </a:extLst>
          </p:cNvPr>
          <p:cNvSpPr txBox="1"/>
          <p:nvPr/>
        </p:nvSpPr>
        <p:spPr>
          <a:xfrm>
            <a:off x="3495502" y="5406561"/>
            <a:ext cx="60932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s-CO" b="0" i="0" dirty="0">
                <a:solidFill>
                  <a:srgbClr val="000000"/>
                </a:solidFill>
                <a:effectLst/>
                <a:latin typeface="Muli"/>
              </a:rPr>
              <a:t>Empieza con todos los puntos en su propio clúster.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CO" b="0" i="0" dirty="0">
                <a:solidFill>
                  <a:srgbClr val="000000"/>
                </a:solidFill>
                <a:effectLst/>
                <a:latin typeface="Muli"/>
              </a:rPr>
              <a:t>Fusiona con avidez los dos clústeres más similares.</a:t>
            </a:r>
            <a:endParaRPr lang="en-US" b="0" i="0" dirty="0">
              <a:solidFill>
                <a:srgbClr val="000000"/>
              </a:solidFill>
              <a:effectLst/>
              <a:latin typeface="Muli"/>
            </a:endParaRPr>
          </a:p>
        </p:txBody>
      </p:sp>
    </p:spTree>
    <p:extLst>
      <p:ext uri="{BB962C8B-B14F-4D97-AF65-F5344CB8AC3E}">
        <p14:creationId xmlns:p14="http://schemas.microsoft.com/office/powerpoint/2010/main" val="6726517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F716CD-28DA-41DC-A5C1-A0D80F8E2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 err="1"/>
              <a:t>Dendogramas</a:t>
            </a:r>
            <a:endParaRPr lang="es-CO" dirty="0"/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C10EF21D-63FB-4931-A3E7-AB348DCB18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5864" y="2313317"/>
            <a:ext cx="10280271" cy="3375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8389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E27CD0-33E3-48C9-9B23-07B3B782D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/>
              <a:t>Criterio de vinculación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1D3B2E3-17C9-4DCC-92C2-DC1B11F702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338"/>
          <a:stretch/>
        </p:blipFill>
        <p:spPr>
          <a:xfrm>
            <a:off x="458967" y="1334807"/>
            <a:ext cx="11583404" cy="282784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0537EAC5-0955-47CD-B828-40C36BDAB8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672" y="4778367"/>
            <a:ext cx="3962743" cy="1524132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92F3B107-ADC6-4971-99F5-6CABEF47CB1B}"/>
              </a:ext>
            </a:extLst>
          </p:cNvPr>
          <p:cNvSpPr txBox="1"/>
          <p:nvPr/>
        </p:nvSpPr>
        <p:spPr>
          <a:xfrm>
            <a:off x="5431817" y="3995678"/>
            <a:ext cx="609322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dirty="0"/>
              <a:t>Enlace simple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CO" dirty="0"/>
              <a:t>Distancia mínima más pequeña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dirty="0"/>
              <a:t>Vinculación media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CO" dirty="0"/>
              <a:t>Distancia media más pequeña entre todos los pares de los </a:t>
            </a:r>
            <a:r>
              <a:rPr lang="es-CO" dirty="0" err="1"/>
              <a:t>clusters</a:t>
            </a:r>
            <a:endParaRPr lang="es-CO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dirty="0"/>
              <a:t>Enlace completo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CO" dirty="0"/>
              <a:t>Distancia máxima más pequeña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dirty="0"/>
              <a:t>Ward (por defecto en </a:t>
            </a:r>
            <a:r>
              <a:rPr lang="es-CO" dirty="0" err="1"/>
              <a:t>sklearn</a:t>
            </a:r>
            <a:r>
              <a:rPr lang="es-CO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CO" dirty="0"/>
              <a:t>El menor aumento de la varianza dentro del clúster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CO" dirty="0"/>
              <a:t>Conduce a </a:t>
            </a:r>
            <a:r>
              <a:rPr lang="es-CO" dirty="0" err="1"/>
              <a:t>clusters</a:t>
            </a:r>
            <a:r>
              <a:rPr lang="es-CO" dirty="0"/>
              <a:t> de tamaño más equitativo.</a:t>
            </a:r>
          </a:p>
        </p:txBody>
      </p:sp>
    </p:spTree>
    <p:extLst>
      <p:ext uri="{BB962C8B-B14F-4D97-AF65-F5344CB8AC3E}">
        <p14:creationId xmlns:p14="http://schemas.microsoft.com/office/powerpoint/2010/main" val="16354818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0F90A9-D10B-4A70-99D7-76518E1F4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/>
              <a:t>Ventajas y desventajas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424DEE7-27FC-4A3A-862B-63A9FAC430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/>
              <a:t>Se puede restringir al gráfico de "topología" de entrada.</a:t>
            </a:r>
          </a:p>
          <a:p>
            <a:endParaRPr lang="es-CO" dirty="0"/>
          </a:p>
          <a:p>
            <a:r>
              <a:rPr lang="es-CO" dirty="0"/>
              <a:t>Rápido con conectividad escasa.</a:t>
            </a:r>
          </a:p>
          <a:p>
            <a:endParaRPr lang="es-CO" dirty="0"/>
          </a:p>
          <a:p>
            <a:r>
              <a:rPr lang="es-CO" dirty="0"/>
              <a:t>Algunos criterios de vinculación pueden llevar a tamaños de clústeres muy desequilibrados</a:t>
            </a:r>
          </a:p>
          <a:p>
            <a:endParaRPr lang="es-CO" dirty="0"/>
          </a:p>
          <a:p>
            <a:r>
              <a:rPr lang="es-CO" dirty="0"/>
              <a:t>La agrupación jerárquica ofrece una visión más holística que la agrupación simple.</a:t>
            </a:r>
          </a:p>
        </p:txBody>
      </p:sp>
    </p:spTree>
    <p:extLst>
      <p:ext uri="{BB962C8B-B14F-4D97-AF65-F5344CB8AC3E}">
        <p14:creationId xmlns:p14="http://schemas.microsoft.com/office/powerpoint/2010/main" val="26763055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3FA63E-EFD1-4603-8D9C-55BEE714F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/>
              <a:t>DBSCAN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C08C3E7-37BB-4235-88B1-9F601173CC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8822" y="1825625"/>
            <a:ext cx="4154978" cy="4351338"/>
          </a:xfrm>
        </p:spPr>
        <p:txBody>
          <a:bodyPr/>
          <a:lstStyle/>
          <a:p>
            <a:r>
              <a:rPr lang="es-CO" dirty="0" err="1"/>
              <a:t>eps</a:t>
            </a:r>
            <a:r>
              <a:rPr lang="es-CO" dirty="0"/>
              <a:t>: radio del barrio</a:t>
            </a:r>
          </a:p>
          <a:p>
            <a:r>
              <a:rPr lang="es-CO" dirty="0"/>
              <a:t>min/muestras: 4</a:t>
            </a:r>
          </a:p>
          <a:p>
            <a:endParaRPr lang="es-CO" dirty="0"/>
          </a:p>
          <a:p>
            <a:endParaRPr lang="es-CO" dirty="0"/>
          </a:p>
          <a:p>
            <a:r>
              <a:rPr lang="es-CO" dirty="0"/>
              <a:t>A: núcleo</a:t>
            </a:r>
          </a:p>
          <a:p>
            <a:r>
              <a:rPr lang="es-CO" dirty="0"/>
              <a:t>B, C: no núcleo</a:t>
            </a:r>
          </a:p>
          <a:p>
            <a:r>
              <a:rPr lang="es-CO" dirty="0"/>
              <a:t>N: ruido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F7FEBC3-356E-47B9-AF5A-339A4431858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014" r="1813"/>
          <a:stretch/>
        </p:blipFill>
        <p:spPr>
          <a:xfrm>
            <a:off x="1016677" y="1863032"/>
            <a:ext cx="5567003" cy="3803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3304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775CE3-47B1-49C5-8EC2-BBD720D6A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383982" cy="1097915"/>
          </a:xfrm>
        </p:spPr>
        <p:txBody>
          <a:bodyPr/>
          <a:lstStyle/>
          <a:p>
            <a:endParaRPr lang="es-CO" dirty="0"/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F1E2D8C9-26C7-4DE7-A1DE-D956A92C74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37710" y="1690688"/>
            <a:ext cx="8949336" cy="4351338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179B950C-6614-4D34-8B22-79293F5213CC}"/>
              </a:ext>
            </a:extLst>
          </p:cNvPr>
          <p:cNvSpPr txBox="1"/>
          <p:nvPr/>
        </p:nvSpPr>
        <p:spPr>
          <a:xfrm>
            <a:off x="3165764" y="6123543"/>
            <a:ext cx="60932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Clustering with Scikit with GIFs - dashee87.github.io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2225331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0CB935-AB4B-41C8-B506-229A135D3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/>
              <a:t>Ilustración de los parámetros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C3E168A2-D54D-4928-B823-DE6C3FD515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41283" y="1842250"/>
            <a:ext cx="590943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6152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C3C1E7-CDDC-42D2-A2A3-25C829BDF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/>
              <a:t>Pros y contras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0E44884-111B-45DE-8268-BF020F7139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8" y="2343334"/>
            <a:ext cx="6157494" cy="3734124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BF53CD93-ABA9-404D-B95F-D397D3AD66F3}"/>
              </a:ext>
            </a:extLst>
          </p:cNvPr>
          <p:cNvSpPr txBox="1"/>
          <p:nvPr/>
        </p:nvSpPr>
        <p:spPr>
          <a:xfrm>
            <a:off x="7132321" y="2413337"/>
            <a:ext cx="392360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Pro: Puede aprender formas de agrupación arbitrarias</a:t>
            </a:r>
          </a:p>
          <a:p>
            <a:r>
              <a:rPr lang="es-CO" dirty="0"/>
              <a:t>Pro: Puede detectar valores atípicos</a:t>
            </a:r>
          </a:p>
          <a:p>
            <a:r>
              <a:rPr lang="es-CO" dirty="0"/>
              <a:t>Contra: Necesita ajustar dos parámetros (¿no obvios?)</a:t>
            </a:r>
          </a:p>
          <a:p>
            <a:r>
              <a:rPr lang="es-CO" dirty="0"/>
              <a:t>Versión mejorada: HDBSCAN</a:t>
            </a:r>
          </a:p>
        </p:txBody>
      </p:sp>
    </p:spTree>
    <p:extLst>
      <p:ext uri="{BB962C8B-B14F-4D97-AF65-F5344CB8AC3E}">
        <p14:creationId xmlns:p14="http://schemas.microsoft.com/office/powerpoint/2010/main" val="41551313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57DF4D-DAB2-4AF8-8FFB-4CE190186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b="0" i="0" dirty="0">
                <a:solidFill>
                  <a:srgbClr val="000000"/>
                </a:solidFill>
                <a:effectLst/>
                <a:latin typeface="Garamond" panose="02020404030301010803" pitchFamily="18" charset="0"/>
              </a:rPr>
              <a:t>Gaussian Mixture </a:t>
            </a:r>
            <a:r>
              <a:rPr lang="es-CO" b="0" i="0" dirty="0" err="1">
                <a:solidFill>
                  <a:srgbClr val="000000"/>
                </a:solidFill>
                <a:effectLst/>
                <a:latin typeface="Garamond" panose="02020404030301010803" pitchFamily="18" charset="0"/>
              </a:rPr>
              <a:t>Models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6A48660-8280-474E-822D-0135DEE195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3960" y="4275562"/>
            <a:ext cx="10515600" cy="1638214"/>
          </a:xfrm>
        </p:spPr>
        <p:txBody>
          <a:bodyPr>
            <a:normAutofit fontScale="77500" lnSpcReduction="20000"/>
          </a:bodyPr>
          <a:lstStyle/>
          <a:p>
            <a:r>
              <a:rPr lang="es-CO" dirty="0"/>
              <a:t>Optimización no convexa.</a:t>
            </a:r>
          </a:p>
          <a:p>
            <a:r>
              <a:rPr lang="es-CO" dirty="0"/>
              <a:t>Iniciado con K-</a:t>
            </a:r>
            <a:r>
              <a:rPr lang="es-CO" dirty="0" err="1"/>
              <a:t>means</a:t>
            </a:r>
            <a:r>
              <a:rPr lang="es-CO" dirty="0"/>
              <a:t>, reinicios aleatorios.</a:t>
            </a:r>
          </a:p>
          <a:p>
            <a:r>
              <a:rPr lang="es-CO" dirty="0"/>
              <a:t>Optimización (algoritmo EM):</a:t>
            </a:r>
          </a:p>
          <a:p>
            <a:pPr lvl="1"/>
            <a:r>
              <a:rPr lang="es-CO" dirty="0"/>
              <a:t>Asignación suave de puntos a los componentes.</a:t>
            </a:r>
          </a:p>
          <a:p>
            <a:pPr lvl="1"/>
            <a:r>
              <a:rPr lang="es-CO" dirty="0"/>
              <a:t>Calcula la media y la varianza de los componentes. Iterativamente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DEBACF9-7237-4C1C-AA7A-8F53E072FE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6609" y="1859813"/>
            <a:ext cx="7171041" cy="2415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05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5D03BF-4374-4644-B2EC-8B0CC01D5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5410" y="365125"/>
            <a:ext cx="5468389" cy="1325563"/>
          </a:xfrm>
        </p:spPr>
        <p:txBody>
          <a:bodyPr/>
          <a:lstStyle/>
          <a:p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BC2FCF2-8B0A-4DEB-8778-BB3896649A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676" y="1825625"/>
            <a:ext cx="4903124" cy="4351338"/>
          </a:xfrm>
        </p:spPr>
        <p:txBody>
          <a:bodyPr/>
          <a:lstStyle/>
          <a:p>
            <a:pPr marL="0" indent="0">
              <a:buNone/>
            </a:pPr>
            <a:r>
              <a:rPr lang="es-CO" dirty="0"/>
              <a:t>La figura de mas abajo es la probabilidad formada por las tres </a:t>
            </a:r>
            <a:r>
              <a:rPr lang="es-CO" dirty="0" err="1"/>
              <a:t>gausianas</a:t>
            </a:r>
            <a:r>
              <a:rPr lang="es-CO" dirty="0"/>
              <a:t> que están mas arriba.</a:t>
            </a:r>
          </a:p>
          <a:p>
            <a:pPr marL="0" indent="0">
              <a:buNone/>
            </a:pPr>
            <a:endParaRPr lang="es-CO" dirty="0"/>
          </a:p>
          <a:p>
            <a:pPr marL="0" indent="0">
              <a:buNone/>
            </a:pPr>
            <a:r>
              <a:rPr lang="es-CO" dirty="0"/>
              <a:t>Por que usar los modelos </a:t>
            </a:r>
            <a:r>
              <a:rPr lang="es-CO" dirty="0" err="1"/>
              <a:t>Mix</a:t>
            </a:r>
            <a:r>
              <a:rPr lang="es-CO" dirty="0"/>
              <a:t>?</a:t>
            </a:r>
          </a:p>
          <a:p>
            <a:pPr marL="514350" indent="-514350">
              <a:buAutoNum type="arabicPeriod"/>
            </a:pPr>
            <a:r>
              <a:rPr lang="es-CO" dirty="0"/>
              <a:t>Para formar </a:t>
            </a:r>
            <a:r>
              <a:rPr lang="es-CO" dirty="0" err="1"/>
              <a:t>clusters</a:t>
            </a:r>
            <a:r>
              <a:rPr lang="es-CO" dirty="0"/>
              <a:t> </a:t>
            </a:r>
          </a:p>
          <a:p>
            <a:pPr marL="514350" indent="-514350">
              <a:buAutoNum type="arabicPeriod"/>
            </a:pPr>
            <a:r>
              <a:rPr lang="es-CO" dirty="0"/>
              <a:t>Modelo paramétrico de densidad.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AED42A8-24F0-4B9B-9C41-E5FD903DFB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459" y="365125"/>
            <a:ext cx="4983912" cy="6134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2020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BB43FD-323C-425B-958A-520735505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5F276EB6-F447-4D4A-901B-3F4D8BEDAB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4853" y="1825625"/>
            <a:ext cx="832229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4845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4521D9-DEEF-47A7-BBC3-1457771AA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Ejemplo: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306D02A-AF18-48B3-842B-FC01FBC72B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650" y="1690688"/>
            <a:ext cx="7315834" cy="438188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559DAFE-F195-4350-AE27-84A40F8F44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4975" y="640208"/>
            <a:ext cx="2926334" cy="5852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5169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4521D9-DEEF-47A7-BBC3-1457771AA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Ejemplo: probabilidades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6DF38B9-FD6A-4D0E-81AA-7A95E1C6E5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10006937" cy="4922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3719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2100C2-E808-4C2B-8452-8769F311C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/>
              <a:t>Restricciones en la covarianza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A8CAD840-6A65-420C-9F20-1C0D5FA234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32210"/>
            <a:ext cx="10515600" cy="3938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227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C651D8-10BE-49F5-A156-D54E48F84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6806" y="365125"/>
            <a:ext cx="4686994" cy="1325563"/>
          </a:xfrm>
        </p:spPr>
        <p:txBody>
          <a:bodyPr/>
          <a:lstStyle/>
          <a:p>
            <a:r>
              <a:rPr lang="es-CO" dirty="0"/>
              <a:t>GMM vs </a:t>
            </a:r>
            <a:r>
              <a:rPr lang="es-CO" dirty="0" err="1"/>
              <a:t>Kmeans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73B54A8-6398-466A-845A-DC7DCDBCAB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6806" y="1825625"/>
            <a:ext cx="4686993" cy="4351338"/>
          </a:xfrm>
        </p:spPr>
        <p:txBody>
          <a:bodyPr/>
          <a:lstStyle/>
          <a:p>
            <a:endParaRPr lang="es-C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40AD6C6-5570-4F8E-B54B-E4F0144185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5"/>
            <a:ext cx="5524979" cy="5784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0949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3BE864-16B5-4630-97BD-63D459804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Resumen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7A83A02-4F24-4E0E-83B5-24B8AF7944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O" dirty="0" err="1"/>
              <a:t>KMeans</a:t>
            </a:r>
            <a:endParaRPr lang="es-CO" dirty="0"/>
          </a:p>
          <a:p>
            <a:pPr lvl="1"/>
            <a:r>
              <a:rPr lang="es-CO" dirty="0"/>
              <a:t>Clásico, simple. Sólo formas convexas de los </a:t>
            </a:r>
            <a:r>
              <a:rPr lang="es-CO" dirty="0" err="1"/>
              <a:t>clusters</a:t>
            </a:r>
            <a:r>
              <a:rPr lang="es-CO" dirty="0"/>
              <a:t>, determinadas por los centros de los </a:t>
            </a:r>
            <a:r>
              <a:rPr lang="es-CO" dirty="0" err="1"/>
              <a:t>clusters</a:t>
            </a:r>
            <a:r>
              <a:rPr lang="es-CO" dirty="0"/>
              <a:t>.</a:t>
            </a:r>
          </a:p>
          <a:p>
            <a:r>
              <a:rPr lang="es-CO" dirty="0" err="1"/>
              <a:t>Aglomerativo</a:t>
            </a:r>
            <a:endParaRPr lang="es-CO" dirty="0"/>
          </a:p>
          <a:p>
            <a:pPr lvl="1"/>
            <a:r>
              <a:rPr lang="es-CO" dirty="0"/>
              <a:t>Puede tener en cuenta la topología de entrada, puede producir una jerarquía.</a:t>
            </a:r>
          </a:p>
          <a:p>
            <a:r>
              <a:rPr lang="es-CO" dirty="0"/>
              <a:t>DBSCAN</a:t>
            </a:r>
          </a:p>
          <a:p>
            <a:pPr lvl="1"/>
            <a:r>
              <a:rPr lang="es-CO" dirty="0"/>
              <a:t>Formas de clúster arbitrarias, puede detectar valores atípicos, a menudo clústeres de tamaños muy diferentes.</a:t>
            </a:r>
          </a:p>
          <a:p>
            <a:r>
              <a:rPr lang="es-CO" dirty="0"/>
              <a:t>Modelos de mezcla gaussiana</a:t>
            </a:r>
          </a:p>
          <a:p>
            <a:pPr lvl="1"/>
            <a:r>
              <a:rPr lang="es-CO" dirty="0"/>
              <a:t>Puede modelar la covarianza, agrupación suave, puede ser difícil de ajustar</a:t>
            </a:r>
          </a:p>
        </p:txBody>
      </p:sp>
    </p:spTree>
    <p:extLst>
      <p:ext uri="{BB962C8B-B14F-4D97-AF65-F5344CB8AC3E}">
        <p14:creationId xmlns:p14="http://schemas.microsoft.com/office/powerpoint/2010/main" val="351680187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420</TotalTime>
  <Words>521</Words>
  <Application>Microsoft Office PowerPoint</Application>
  <PresentationFormat>Panorámica</PresentationFormat>
  <Paragraphs>87</Paragraphs>
  <Slides>24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30" baseType="lpstr">
      <vt:lpstr>Arial</vt:lpstr>
      <vt:lpstr>Calibri</vt:lpstr>
      <vt:lpstr>Calibri Light</vt:lpstr>
      <vt:lpstr>Garamond</vt:lpstr>
      <vt:lpstr>Muli</vt:lpstr>
      <vt:lpstr>Tema de Office</vt:lpstr>
      <vt:lpstr>Gaussian Mixture Models</vt:lpstr>
      <vt:lpstr>Algoritmo K-Means</vt:lpstr>
      <vt:lpstr>Código</vt:lpstr>
      <vt:lpstr>Restricción de las formas de los grupos</vt:lpstr>
      <vt:lpstr>Limitaciones del K-mean</vt:lpstr>
      <vt:lpstr>Limitaciones del K-mean</vt:lpstr>
      <vt:lpstr>Limitaciones del K-mean</vt:lpstr>
      <vt:lpstr>Presentación de PowerPoint</vt:lpstr>
      <vt:lpstr>Clustering aglomerativo</vt:lpstr>
      <vt:lpstr>Dendogramas</vt:lpstr>
      <vt:lpstr>Criterio de vinculación </vt:lpstr>
      <vt:lpstr>Ventajas y desventajas</vt:lpstr>
      <vt:lpstr>DBSCAN</vt:lpstr>
      <vt:lpstr>Presentación de PowerPoint</vt:lpstr>
      <vt:lpstr>Ilustración de los parámetros</vt:lpstr>
      <vt:lpstr>Pros y contras</vt:lpstr>
      <vt:lpstr>Gaussian Mixture Models</vt:lpstr>
      <vt:lpstr>Presentación de PowerPoint</vt:lpstr>
      <vt:lpstr>Presentación de PowerPoint</vt:lpstr>
      <vt:lpstr>Ejemplo:</vt:lpstr>
      <vt:lpstr>Ejemplo: probabilidades</vt:lpstr>
      <vt:lpstr>Restricciones en la covarianza</vt:lpstr>
      <vt:lpstr>GMM vs Kmeans</vt:lpstr>
      <vt:lpstr>Resumen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Gaussian Mixture Models</dc:title>
  <dc:creator>Alejandra Tabares Pozos</dc:creator>
  <cp:lastModifiedBy>Alejandra Tabares Pozos</cp:lastModifiedBy>
  <cp:revision>1</cp:revision>
  <dcterms:created xsi:type="dcterms:W3CDTF">2022-04-16T22:09:17Z</dcterms:created>
  <dcterms:modified xsi:type="dcterms:W3CDTF">2022-04-18T14:59:07Z</dcterms:modified>
</cp:coreProperties>
</file>